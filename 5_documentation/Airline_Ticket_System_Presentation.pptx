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1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it Sumner" userId="1ff33fe8ab4ee052" providerId="LiveId" clId="{0544088D-FC32-4D7C-B2DE-5DC8E5086964}"/>
    <pc:docChg chg="modSld">
      <pc:chgData name="Bryit Sumner" userId="1ff33fe8ab4ee052" providerId="LiveId" clId="{0544088D-FC32-4D7C-B2DE-5DC8E5086964}" dt="2026-03-10T02:18:18.642" v="5" actId="255"/>
      <pc:docMkLst>
        <pc:docMk/>
      </pc:docMkLst>
      <pc:sldChg chg="modSp mod">
        <pc:chgData name="Bryit Sumner" userId="1ff33fe8ab4ee052" providerId="LiveId" clId="{0544088D-FC32-4D7C-B2DE-5DC8E5086964}" dt="2026-03-10T02:18:18.642" v="5" actId="255"/>
        <pc:sldMkLst>
          <pc:docMk/>
          <pc:sldMk cId="0" sldId="256"/>
        </pc:sldMkLst>
        <pc:spChg chg="mod">
          <ac:chgData name="Bryit Sumner" userId="1ff33fe8ab4ee052" providerId="LiveId" clId="{0544088D-FC32-4D7C-B2DE-5DC8E5086964}" dt="2026-03-10T02:18:18.642" v="5" actId="255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.png"/><Relationship Id="rId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7B07EC-E1D3-4619-8D2D-528C190597D0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009080-ADF0-403E-B28F-1F57CBE675BD}">
      <dgm:prSet/>
      <dgm:spPr/>
      <dgm:t>
        <a:bodyPr/>
        <a:lstStyle/>
        <a:p>
          <a:r>
            <a:rPr lang="en-US" dirty="0"/>
            <a:t>Flight search by city, date, and passengers</a:t>
          </a:r>
        </a:p>
      </dgm:t>
    </dgm:pt>
    <dgm:pt modelId="{61A88010-76D8-4983-8238-D515483639EF}" type="parTrans" cxnId="{BD5DEBDB-C5B8-4028-82C0-14DA28ABEE9C}">
      <dgm:prSet/>
      <dgm:spPr/>
      <dgm:t>
        <a:bodyPr/>
        <a:lstStyle/>
        <a:p>
          <a:endParaRPr lang="en-US"/>
        </a:p>
      </dgm:t>
    </dgm:pt>
    <dgm:pt modelId="{7C6417EB-5719-4BCE-937A-7AC06CA157B4}" type="sibTrans" cxnId="{BD5DEBDB-C5B8-4028-82C0-14DA28ABEE9C}">
      <dgm:prSet/>
      <dgm:spPr/>
      <dgm:t>
        <a:bodyPr/>
        <a:lstStyle/>
        <a:p>
          <a:endParaRPr lang="en-US"/>
        </a:p>
      </dgm:t>
    </dgm:pt>
    <dgm:pt modelId="{99193B03-2E2D-47B3-B9F5-B679EF02CD34}">
      <dgm:prSet/>
      <dgm:spPr/>
      <dgm:t>
        <a:bodyPr/>
        <a:lstStyle/>
        <a:p>
          <a:r>
            <a:rPr lang="en-US" dirty="0"/>
            <a:t>View and compare flights</a:t>
          </a:r>
        </a:p>
      </dgm:t>
    </dgm:pt>
    <dgm:pt modelId="{1173BEEE-C486-4E36-9765-32082F585522}" type="parTrans" cxnId="{81379257-F90B-48C8-BE20-0A139A23C07A}">
      <dgm:prSet/>
      <dgm:spPr/>
      <dgm:t>
        <a:bodyPr/>
        <a:lstStyle/>
        <a:p>
          <a:endParaRPr lang="en-US"/>
        </a:p>
      </dgm:t>
    </dgm:pt>
    <dgm:pt modelId="{28AB5E67-3705-4E15-AFFD-3A03B9F7B66F}" type="sibTrans" cxnId="{81379257-F90B-48C8-BE20-0A139A23C07A}">
      <dgm:prSet/>
      <dgm:spPr/>
      <dgm:t>
        <a:bodyPr/>
        <a:lstStyle/>
        <a:p>
          <a:endParaRPr lang="en-US"/>
        </a:p>
      </dgm:t>
    </dgm:pt>
    <dgm:pt modelId="{BC1E19B7-8C53-4F16-BFF6-143C8F1B563D}">
      <dgm:prSet/>
      <dgm:spPr/>
      <dgm:t>
        <a:bodyPr/>
        <a:lstStyle/>
        <a:p>
          <a:r>
            <a:rPr lang="en-US" dirty="0"/>
            <a:t>Seat selection</a:t>
          </a:r>
        </a:p>
      </dgm:t>
    </dgm:pt>
    <dgm:pt modelId="{44B85A5B-8E89-4F03-901D-CE0CF64A31A2}" type="parTrans" cxnId="{2AA3EA9A-91DC-45B7-960C-090666233CA6}">
      <dgm:prSet/>
      <dgm:spPr/>
      <dgm:t>
        <a:bodyPr/>
        <a:lstStyle/>
        <a:p>
          <a:endParaRPr lang="en-US"/>
        </a:p>
      </dgm:t>
    </dgm:pt>
    <dgm:pt modelId="{DBBDC434-3EFA-4D92-96A5-31F391EF6AB5}" type="sibTrans" cxnId="{2AA3EA9A-91DC-45B7-960C-090666233CA6}">
      <dgm:prSet/>
      <dgm:spPr/>
      <dgm:t>
        <a:bodyPr/>
        <a:lstStyle/>
        <a:p>
          <a:endParaRPr lang="en-US"/>
        </a:p>
      </dgm:t>
    </dgm:pt>
    <dgm:pt modelId="{6807093C-C3CE-43C7-8C94-52828A1A8BB2}">
      <dgm:prSet/>
      <dgm:spPr/>
      <dgm:t>
        <a:bodyPr/>
        <a:lstStyle/>
        <a:p>
          <a:r>
            <a:rPr lang="en-US" dirty="0"/>
            <a:t>Secure checkout and payment</a:t>
          </a:r>
        </a:p>
      </dgm:t>
    </dgm:pt>
    <dgm:pt modelId="{927F3533-DB49-4A73-BD98-D50E577708E6}" type="parTrans" cxnId="{D3659408-C4A6-4B12-88F4-0508D15FD362}">
      <dgm:prSet/>
      <dgm:spPr/>
      <dgm:t>
        <a:bodyPr/>
        <a:lstStyle/>
        <a:p>
          <a:endParaRPr lang="en-US"/>
        </a:p>
      </dgm:t>
    </dgm:pt>
    <dgm:pt modelId="{E49BD065-99B4-46EF-9DF2-02FE57907536}" type="sibTrans" cxnId="{D3659408-C4A6-4B12-88F4-0508D15FD362}">
      <dgm:prSet/>
      <dgm:spPr/>
      <dgm:t>
        <a:bodyPr/>
        <a:lstStyle/>
        <a:p>
          <a:endParaRPr lang="en-US"/>
        </a:p>
      </dgm:t>
    </dgm:pt>
    <dgm:pt modelId="{C6D20DC7-A024-4EE5-919A-D2AE8E7E09BE}">
      <dgm:prSet/>
      <dgm:spPr/>
      <dgm:t>
        <a:bodyPr/>
        <a:lstStyle/>
        <a:p>
          <a:r>
            <a:rPr lang="en-US" dirty="0"/>
            <a:t>Booking confirmation and ticket management</a:t>
          </a:r>
        </a:p>
      </dgm:t>
    </dgm:pt>
    <dgm:pt modelId="{90789912-1B24-4140-9A37-3D9796122AA7}" type="parTrans" cxnId="{21C5C52E-DDE9-4671-A455-9D2537240A6A}">
      <dgm:prSet/>
      <dgm:spPr/>
      <dgm:t>
        <a:bodyPr/>
        <a:lstStyle/>
        <a:p>
          <a:endParaRPr lang="en-US"/>
        </a:p>
      </dgm:t>
    </dgm:pt>
    <dgm:pt modelId="{DCA39C77-E5E5-4C97-B253-054ECB5C321A}" type="sibTrans" cxnId="{21C5C52E-DDE9-4671-A455-9D2537240A6A}">
      <dgm:prSet/>
      <dgm:spPr/>
      <dgm:t>
        <a:bodyPr/>
        <a:lstStyle/>
        <a:p>
          <a:endParaRPr lang="en-US"/>
        </a:p>
      </dgm:t>
    </dgm:pt>
    <dgm:pt modelId="{6E5806B3-5D70-4F2A-93E6-7B03BC3FAB2C}" type="pres">
      <dgm:prSet presAssocID="{687B07EC-E1D3-4619-8D2D-528C190597D0}" presName="cycle" presStyleCnt="0">
        <dgm:presLayoutVars>
          <dgm:dir/>
          <dgm:resizeHandles val="exact"/>
        </dgm:presLayoutVars>
      </dgm:prSet>
      <dgm:spPr/>
    </dgm:pt>
    <dgm:pt modelId="{11B60DF6-CEBB-4DEA-B700-4A8CCEED80A2}" type="pres">
      <dgm:prSet presAssocID="{6D009080-ADF0-403E-B28F-1F57CBE675BD}" presName="dummy" presStyleCnt="0"/>
      <dgm:spPr/>
    </dgm:pt>
    <dgm:pt modelId="{8CD1AD0A-3CB1-4D56-91A1-9B3C69C4FB5F}" type="pres">
      <dgm:prSet presAssocID="{6D009080-ADF0-403E-B28F-1F57CBE675BD}" presName="node" presStyleLbl="revTx" presStyleIdx="0" presStyleCnt="5">
        <dgm:presLayoutVars>
          <dgm:bulletEnabled val="1"/>
        </dgm:presLayoutVars>
      </dgm:prSet>
      <dgm:spPr/>
    </dgm:pt>
    <dgm:pt modelId="{557E8025-81D2-4C64-BC2A-2A6F08DCDF17}" type="pres">
      <dgm:prSet presAssocID="{7C6417EB-5719-4BCE-937A-7AC06CA157B4}" presName="sibTrans" presStyleLbl="node1" presStyleIdx="0" presStyleCnt="5"/>
      <dgm:spPr/>
    </dgm:pt>
    <dgm:pt modelId="{5CB6A62C-E6E6-4CD9-BCE7-AB252356F491}" type="pres">
      <dgm:prSet presAssocID="{99193B03-2E2D-47B3-B9F5-B679EF02CD34}" presName="dummy" presStyleCnt="0"/>
      <dgm:spPr/>
    </dgm:pt>
    <dgm:pt modelId="{51301DC8-EE9E-4BCD-B12A-53AA46544E7A}" type="pres">
      <dgm:prSet presAssocID="{99193B03-2E2D-47B3-B9F5-B679EF02CD34}" presName="node" presStyleLbl="revTx" presStyleIdx="1" presStyleCnt="5">
        <dgm:presLayoutVars>
          <dgm:bulletEnabled val="1"/>
        </dgm:presLayoutVars>
      </dgm:prSet>
      <dgm:spPr/>
    </dgm:pt>
    <dgm:pt modelId="{E018C3D9-4ADD-42CF-B3C9-3547DF43B0D9}" type="pres">
      <dgm:prSet presAssocID="{28AB5E67-3705-4E15-AFFD-3A03B9F7B66F}" presName="sibTrans" presStyleLbl="node1" presStyleIdx="1" presStyleCnt="5"/>
      <dgm:spPr/>
    </dgm:pt>
    <dgm:pt modelId="{269C2ABE-332C-412D-AF96-BF3F15ED3CED}" type="pres">
      <dgm:prSet presAssocID="{BC1E19B7-8C53-4F16-BFF6-143C8F1B563D}" presName="dummy" presStyleCnt="0"/>
      <dgm:spPr/>
    </dgm:pt>
    <dgm:pt modelId="{BEB22160-7430-4D4E-A12E-A892563C6A9B}" type="pres">
      <dgm:prSet presAssocID="{BC1E19B7-8C53-4F16-BFF6-143C8F1B563D}" presName="node" presStyleLbl="revTx" presStyleIdx="2" presStyleCnt="5">
        <dgm:presLayoutVars>
          <dgm:bulletEnabled val="1"/>
        </dgm:presLayoutVars>
      </dgm:prSet>
      <dgm:spPr/>
    </dgm:pt>
    <dgm:pt modelId="{34CF85EE-F2C5-40CB-954B-AD0CEF07EABD}" type="pres">
      <dgm:prSet presAssocID="{DBBDC434-3EFA-4D92-96A5-31F391EF6AB5}" presName="sibTrans" presStyleLbl="node1" presStyleIdx="2" presStyleCnt="5"/>
      <dgm:spPr/>
    </dgm:pt>
    <dgm:pt modelId="{C00E4A78-8273-4812-8B3C-D09E1C0CC46E}" type="pres">
      <dgm:prSet presAssocID="{6807093C-C3CE-43C7-8C94-52828A1A8BB2}" presName="dummy" presStyleCnt="0"/>
      <dgm:spPr/>
    </dgm:pt>
    <dgm:pt modelId="{683742B9-EAB8-44F0-953A-EFD88E4AE43B}" type="pres">
      <dgm:prSet presAssocID="{6807093C-C3CE-43C7-8C94-52828A1A8BB2}" presName="node" presStyleLbl="revTx" presStyleIdx="3" presStyleCnt="5">
        <dgm:presLayoutVars>
          <dgm:bulletEnabled val="1"/>
        </dgm:presLayoutVars>
      </dgm:prSet>
      <dgm:spPr/>
    </dgm:pt>
    <dgm:pt modelId="{4A386AF5-85C0-4D35-8281-F6721F3C2E34}" type="pres">
      <dgm:prSet presAssocID="{E49BD065-99B4-46EF-9DF2-02FE57907536}" presName="sibTrans" presStyleLbl="node1" presStyleIdx="3" presStyleCnt="5"/>
      <dgm:spPr/>
    </dgm:pt>
    <dgm:pt modelId="{3CD3A414-C505-47C3-8B9E-58EB1E13D8F4}" type="pres">
      <dgm:prSet presAssocID="{C6D20DC7-A024-4EE5-919A-D2AE8E7E09BE}" presName="dummy" presStyleCnt="0"/>
      <dgm:spPr/>
    </dgm:pt>
    <dgm:pt modelId="{51FA6BF3-4556-4925-A327-0CD386893376}" type="pres">
      <dgm:prSet presAssocID="{C6D20DC7-A024-4EE5-919A-D2AE8E7E09BE}" presName="node" presStyleLbl="revTx" presStyleIdx="4" presStyleCnt="5">
        <dgm:presLayoutVars>
          <dgm:bulletEnabled val="1"/>
        </dgm:presLayoutVars>
      </dgm:prSet>
      <dgm:spPr/>
    </dgm:pt>
    <dgm:pt modelId="{5833F7EF-8878-4B50-9715-85D39C18A8F1}" type="pres">
      <dgm:prSet presAssocID="{DCA39C77-E5E5-4C97-B253-054ECB5C321A}" presName="sibTrans" presStyleLbl="node1" presStyleIdx="4" presStyleCnt="5"/>
      <dgm:spPr/>
    </dgm:pt>
  </dgm:ptLst>
  <dgm:cxnLst>
    <dgm:cxn modelId="{50DC7205-940C-49BA-8AA1-D1365A478A0A}" type="presOf" srcId="{DBBDC434-3EFA-4D92-96A5-31F391EF6AB5}" destId="{34CF85EE-F2C5-40CB-954B-AD0CEF07EABD}" srcOrd="0" destOrd="0" presId="urn:microsoft.com/office/officeart/2005/8/layout/cycle1"/>
    <dgm:cxn modelId="{D3659408-C4A6-4B12-88F4-0508D15FD362}" srcId="{687B07EC-E1D3-4619-8D2D-528C190597D0}" destId="{6807093C-C3CE-43C7-8C94-52828A1A8BB2}" srcOrd="3" destOrd="0" parTransId="{927F3533-DB49-4A73-BD98-D50E577708E6}" sibTransId="{E49BD065-99B4-46EF-9DF2-02FE57907536}"/>
    <dgm:cxn modelId="{42137912-3043-440E-993D-2092A3146450}" type="presOf" srcId="{BC1E19B7-8C53-4F16-BFF6-143C8F1B563D}" destId="{BEB22160-7430-4D4E-A12E-A892563C6A9B}" srcOrd="0" destOrd="0" presId="urn:microsoft.com/office/officeart/2005/8/layout/cycle1"/>
    <dgm:cxn modelId="{7697D22A-4C55-45EA-9D8B-DB725C8F0AE2}" type="presOf" srcId="{28AB5E67-3705-4E15-AFFD-3A03B9F7B66F}" destId="{E018C3D9-4ADD-42CF-B3C9-3547DF43B0D9}" srcOrd="0" destOrd="0" presId="urn:microsoft.com/office/officeart/2005/8/layout/cycle1"/>
    <dgm:cxn modelId="{21C5C52E-DDE9-4671-A455-9D2537240A6A}" srcId="{687B07EC-E1D3-4619-8D2D-528C190597D0}" destId="{C6D20DC7-A024-4EE5-919A-D2AE8E7E09BE}" srcOrd="4" destOrd="0" parTransId="{90789912-1B24-4140-9A37-3D9796122AA7}" sibTransId="{DCA39C77-E5E5-4C97-B253-054ECB5C321A}"/>
    <dgm:cxn modelId="{0808EB3E-2534-42E5-A9FE-4B33D1198BC4}" type="presOf" srcId="{99193B03-2E2D-47B3-B9F5-B679EF02CD34}" destId="{51301DC8-EE9E-4BCD-B12A-53AA46544E7A}" srcOrd="0" destOrd="0" presId="urn:microsoft.com/office/officeart/2005/8/layout/cycle1"/>
    <dgm:cxn modelId="{5D159360-7730-4DEA-9A97-35F4CF2FFD9F}" type="presOf" srcId="{7C6417EB-5719-4BCE-937A-7AC06CA157B4}" destId="{557E8025-81D2-4C64-BC2A-2A6F08DCDF17}" srcOrd="0" destOrd="0" presId="urn:microsoft.com/office/officeart/2005/8/layout/cycle1"/>
    <dgm:cxn modelId="{047E1563-8D7B-4162-9BCE-5C9C6DDF5ABF}" type="presOf" srcId="{6D009080-ADF0-403E-B28F-1F57CBE675BD}" destId="{8CD1AD0A-3CB1-4D56-91A1-9B3C69C4FB5F}" srcOrd="0" destOrd="0" presId="urn:microsoft.com/office/officeart/2005/8/layout/cycle1"/>
    <dgm:cxn modelId="{81379257-F90B-48C8-BE20-0A139A23C07A}" srcId="{687B07EC-E1D3-4619-8D2D-528C190597D0}" destId="{99193B03-2E2D-47B3-B9F5-B679EF02CD34}" srcOrd="1" destOrd="0" parTransId="{1173BEEE-C486-4E36-9765-32082F585522}" sibTransId="{28AB5E67-3705-4E15-AFFD-3A03B9F7B66F}"/>
    <dgm:cxn modelId="{D385C181-7F2D-4D42-89F9-5D90C34231C5}" type="presOf" srcId="{6807093C-C3CE-43C7-8C94-52828A1A8BB2}" destId="{683742B9-EAB8-44F0-953A-EFD88E4AE43B}" srcOrd="0" destOrd="0" presId="urn:microsoft.com/office/officeart/2005/8/layout/cycle1"/>
    <dgm:cxn modelId="{AE217A96-8729-4839-B4DD-3624A3C3BFBF}" type="presOf" srcId="{C6D20DC7-A024-4EE5-919A-D2AE8E7E09BE}" destId="{51FA6BF3-4556-4925-A327-0CD386893376}" srcOrd="0" destOrd="0" presId="urn:microsoft.com/office/officeart/2005/8/layout/cycle1"/>
    <dgm:cxn modelId="{2AA3EA9A-91DC-45B7-960C-090666233CA6}" srcId="{687B07EC-E1D3-4619-8D2D-528C190597D0}" destId="{BC1E19B7-8C53-4F16-BFF6-143C8F1B563D}" srcOrd="2" destOrd="0" parTransId="{44B85A5B-8E89-4F03-901D-CE0CF64A31A2}" sibTransId="{DBBDC434-3EFA-4D92-96A5-31F391EF6AB5}"/>
    <dgm:cxn modelId="{5A74B1B3-BD5B-405A-958E-B8EB66C4B4E0}" type="presOf" srcId="{687B07EC-E1D3-4619-8D2D-528C190597D0}" destId="{6E5806B3-5D70-4F2A-93E6-7B03BC3FAB2C}" srcOrd="0" destOrd="0" presId="urn:microsoft.com/office/officeart/2005/8/layout/cycle1"/>
    <dgm:cxn modelId="{BD5DEBDB-C5B8-4028-82C0-14DA28ABEE9C}" srcId="{687B07EC-E1D3-4619-8D2D-528C190597D0}" destId="{6D009080-ADF0-403E-B28F-1F57CBE675BD}" srcOrd="0" destOrd="0" parTransId="{61A88010-76D8-4983-8238-D515483639EF}" sibTransId="{7C6417EB-5719-4BCE-937A-7AC06CA157B4}"/>
    <dgm:cxn modelId="{626049E4-CF1B-4B9A-94C1-CD322A38CDE9}" type="presOf" srcId="{DCA39C77-E5E5-4C97-B253-054ECB5C321A}" destId="{5833F7EF-8878-4B50-9715-85D39C18A8F1}" srcOrd="0" destOrd="0" presId="urn:microsoft.com/office/officeart/2005/8/layout/cycle1"/>
    <dgm:cxn modelId="{6E2EAAF1-C137-4A08-92E2-FEE344F507A9}" type="presOf" srcId="{E49BD065-99B4-46EF-9DF2-02FE57907536}" destId="{4A386AF5-85C0-4D35-8281-F6721F3C2E34}" srcOrd="0" destOrd="0" presId="urn:microsoft.com/office/officeart/2005/8/layout/cycle1"/>
    <dgm:cxn modelId="{C9065E58-6F3D-4247-8CC3-CB8BDC5F6739}" type="presParOf" srcId="{6E5806B3-5D70-4F2A-93E6-7B03BC3FAB2C}" destId="{11B60DF6-CEBB-4DEA-B700-4A8CCEED80A2}" srcOrd="0" destOrd="0" presId="urn:microsoft.com/office/officeart/2005/8/layout/cycle1"/>
    <dgm:cxn modelId="{FCDCE017-4E40-4C02-84C8-4C294360C34C}" type="presParOf" srcId="{6E5806B3-5D70-4F2A-93E6-7B03BC3FAB2C}" destId="{8CD1AD0A-3CB1-4D56-91A1-9B3C69C4FB5F}" srcOrd="1" destOrd="0" presId="urn:microsoft.com/office/officeart/2005/8/layout/cycle1"/>
    <dgm:cxn modelId="{4C2F2D01-6C18-4BC4-B63D-D9EEB66D0762}" type="presParOf" srcId="{6E5806B3-5D70-4F2A-93E6-7B03BC3FAB2C}" destId="{557E8025-81D2-4C64-BC2A-2A6F08DCDF17}" srcOrd="2" destOrd="0" presId="urn:microsoft.com/office/officeart/2005/8/layout/cycle1"/>
    <dgm:cxn modelId="{A9F60700-8158-43D4-A185-110C8F4F5095}" type="presParOf" srcId="{6E5806B3-5D70-4F2A-93E6-7B03BC3FAB2C}" destId="{5CB6A62C-E6E6-4CD9-BCE7-AB252356F491}" srcOrd="3" destOrd="0" presId="urn:microsoft.com/office/officeart/2005/8/layout/cycle1"/>
    <dgm:cxn modelId="{5A00E971-40BE-4275-959D-D74140B24701}" type="presParOf" srcId="{6E5806B3-5D70-4F2A-93E6-7B03BC3FAB2C}" destId="{51301DC8-EE9E-4BCD-B12A-53AA46544E7A}" srcOrd="4" destOrd="0" presId="urn:microsoft.com/office/officeart/2005/8/layout/cycle1"/>
    <dgm:cxn modelId="{F6838E03-E03F-49D3-AF61-EEA235D54FDA}" type="presParOf" srcId="{6E5806B3-5D70-4F2A-93E6-7B03BC3FAB2C}" destId="{E018C3D9-4ADD-42CF-B3C9-3547DF43B0D9}" srcOrd="5" destOrd="0" presId="urn:microsoft.com/office/officeart/2005/8/layout/cycle1"/>
    <dgm:cxn modelId="{8A0ED426-A884-481E-B350-66213F6B1D2C}" type="presParOf" srcId="{6E5806B3-5D70-4F2A-93E6-7B03BC3FAB2C}" destId="{269C2ABE-332C-412D-AF96-BF3F15ED3CED}" srcOrd="6" destOrd="0" presId="urn:microsoft.com/office/officeart/2005/8/layout/cycle1"/>
    <dgm:cxn modelId="{C6847FED-2B12-448D-8EA1-60FF7E696894}" type="presParOf" srcId="{6E5806B3-5D70-4F2A-93E6-7B03BC3FAB2C}" destId="{BEB22160-7430-4D4E-A12E-A892563C6A9B}" srcOrd="7" destOrd="0" presId="urn:microsoft.com/office/officeart/2005/8/layout/cycle1"/>
    <dgm:cxn modelId="{45298EE4-C820-4F95-9316-E1898ABDF35F}" type="presParOf" srcId="{6E5806B3-5D70-4F2A-93E6-7B03BC3FAB2C}" destId="{34CF85EE-F2C5-40CB-954B-AD0CEF07EABD}" srcOrd="8" destOrd="0" presId="urn:microsoft.com/office/officeart/2005/8/layout/cycle1"/>
    <dgm:cxn modelId="{3A3C47BB-9A48-4AB4-A72D-36D39C125EB0}" type="presParOf" srcId="{6E5806B3-5D70-4F2A-93E6-7B03BC3FAB2C}" destId="{C00E4A78-8273-4812-8B3C-D09E1C0CC46E}" srcOrd="9" destOrd="0" presId="urn:microsoft.com/office/officeart/2005/8/layout/cycle1"/>
    <dgm:cxn modelId="{349E26A5-280C-47D9-9403-5E59C40616C5}" type="presParOf" srcId="{6E5806B3-5D70-4F2A-93E6-7B03BC3FAB2C}" destId="{683742B9-EAB8-44F0-953A-EFD88E4AE43B}" srcOrd="10" destOrd="0" presId="urn:microsoft.com/office/officeart/2005/8/layout/cycle1"/>
    <dgm:cxn modelId="{8D25D80C-62F6-4D45-A2F6-4F9C15297023}" type="presParOf" srcId="{6E5806B3-5D70-4F2A-93E6-7B03BC3FAB2C}" destId="{4A386AF5-85C0-4D35-8281-F6721F3C2E34}" srcOrd="11" destOrd="0" presId="urn:microsoft.com/office/officeart/2005/8/layout/cycle1"/>
    <dgm:cxn modelId="{712BCEF6-E7D1-44C1-89C0-02FF04FCA5A0}" type="presParOf" srcId="{6E5806B3-5D70-4F2A-93E6-7B03BC3FAB2C}" destId="{3CD3A414-C505-47C3-8B9E-58EB1E13D8F4}" srcOrd="12" destOrd="0" presId="urn:microsoft.com/office/officeart/2005/8/layout/cycle1"/>
    <dgm:cxn modelId="{91A048BA-7D12-4F03-ADF1-A2F6369E3BA2}" type="presParOf" srcId="{6E5806B3-5D70-4F2A-93E6-7B03BC3FAB2C}" destId="{51FA6BF3-4556-4925-A327-0CD386893376}" srcOrd="13" destOrd="0" presId="urn:microsoft.com/office/officeart/2005/8/layout/cycle1"/>
    <dgm:cxn modelId="{9753754F-DE1D-44D6-ADFF-8ED7367E0CF8}" type="presParOf" srcId="{6E5806B3-5D70-4F2A-93E6-7B03BC3FAB2C}" destId="{5833F7EF-8878-4B50-9715-85D39C18A8F1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40C6EC-C3C2-41C0-A53A-09C48797150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1EFFF6-99F2-48C8-8BC9-36DE8CA4900E}">
      <dgm:prSet/>
      <dgm:spPr/>
      <dgm:t>
        <a:bodyPr/>
        <a:lstStyle/>
        <a:p>
          <a:r>
            <a:rPr lang="en-US"/>
            <a:t>Frontend: HTML, CSS, JavaScript</a:t>
          </a:r>
        </a:p>
      </dgm:t>
    </dgm:pt>
    <dgm:pt modelId="{12C3B070-CD44-411F-B5C1-5F6B1FDED1F5}" type="parTrans" cxnId="{1B31A6E6-F195-40E1-A9D2-75AD198AA915}">
      <dgm:prSet/>
      <dgm:spPr/>
      <dgm:t>
        <a:bodyPr/>
        <a:lstStyle/>
        <a:p>
          <a:endParaRPr lang="en-US"/>
        </a:p>
      </dgm:t>
    </dgm:pt>
    <dgm:pt modelId="{5B20E362-434E-420F-9697-99AA68B05422}" type="sibTrans" cxnId="{1B31A6E6-F195-40E1-A9D2-75AD198AA915}">
      <dgm:prSet/>
      <dgm:spPr/>
      <dgm:t>
        <a:bodyPr/>
        <a:lstStyle/>
        <a:p>
          <a:endParaRPr lang="en-US"/>
        </a:p>
      </dgm:t>
    </dgm:pt>
    <dgm:pt modelId="{6FC1CBF6-A5EC-49D3-BFA1-F0A8D3605FCA}">
      <dgm:prSet/>
      <dgm:spPr/>
      <dgm:t>
        <a:bodyPr/>
        <a:lstStyle/>
        <a:p>
          <a:r>
            <a:rPr lang="en-US"/>
            <a:t>Backend: Java / Spring Boot</a:t>
          </a:r>
        </a:p>
      </dgm:t>
    </dgm:pt>
    <dgm:pt modelId="{F22FB364-E5D6-46DC-A3A0-1D20F7881D4B}" type="parTrans" cxnId="{403D2F9A-D924-4234-99E0-941E13E74138}">
      <dgm:prSet/>
      <dgm:spPr/>
      <dgm:t>
        <a:bodyPr/>
        <a:lstStyle/>
        <a:p>
          <a:endParaRPr lang="en-US"/>
        </a:p>
      </dgm:t>
    </dgm:pt>
    <dgm:pt modelId="{9C666836-0E07-41BC-8FDD-950799E5CFA0}" type="sibTrans" cxnId="{403D2F9A-D924-4234-99E0-941E13E74138}">
      <dgm:prSet/>
      <dgm:spPr/>
      <dgm:t>
        <a:bodyPr/>
        <a:lstStyle/>
        <a:p>
          <a:endParaRPr lang="en-US"/>
        </a:p>
      </dgm:t>
    </dgm:pt>
    <dgm:pt modelId="{9DA7AF85-8C96-4DE4-A500-1F528109AA2D}">
      <dgm:prSet/>
      <dgm:spPr/>
      <dgm:t>
        <a:bodyPr/>
        <a:lstStyle/>
        <a:p>
          <a:r>
            <a:rPr lang="en-US"/>
            <a:t>Database: Stores users, flights, and bookings</a:t>
          </a:r>
        </a:p>
      </dgm:t>
    </dgm:pt>
    <dgm:pt modelId="{36342F4F-9277-4C30-876E-6DA70723B5C7}" type="parTrans" cxnId="{F9CB2E6B-B71F-49DA-A48C-3AC0726783F7}">
      <dgm:prSet/>
      <dgm:spPr/>
      <dgm:t>
        <a:bodyPr/>
        <a:lstStyle/>
        <a:p>
          <a:endParaRPr lang="en-US"/>
        </a:p>
      </dgm:t>
    </dgm:pt>
    <dgm:pt modelId="{4A4922EE-C6B0-4F75-A13B-48AB734B929A}" type="sibTrans" cxnId="{F9CB2E6B-B71F-49DA-A48C-3AC0726783F7}">
      <dgm:prSet/>
      <dgm:spPr/>
      <dgm:t>
        <a:bodyPr/>
        <a:lstStyle/>
        <a:p>
          <a:endParaRPr lang="en-US"/>
        </a:p>
      </dgm:t>
    </dgm:pt>
    <dgm:pt modelId="{330528A4-6D6E-495E-934F-51094D036799}">
      <dgm:prSet/>
      <dgm:spPr/>
      <dgm:t>
        <a:bodyPr/>
        <a:lstStyle/>
        <a:p>
          <a:r>
            <a:rPr lang="en-US"/>
            <a:t>Services: FlightSearchService, BookingService, PaymentService</a:t>
          </a:r>
        </a:p>
      </dgm:t>
    </dgm:pt>
    <dgm:pt modelId="{AB164592-DEF4-4795-8A35-C3F4160A8C7A}" type="parTrans" cxnId="{825804B3-431D-4F1F-9D20-00FBCFB94567}">
      <dgm:prSet/>
      <dgm:spPr/>
      <dgm:t>
        <a:bodyPr/>
        <a:lstStyle/>
        <a:p>
          <a:endParaRPr lang="en-US"/>
        </a:p>
      </dgm:t>
    </dgm:pt>
    <dgm:pt modelId="{30BA5F6F-66ED-4B23-82BD-0732ED864F3B}" type="sibTrans" cxnId="{825804B3-431D-4F1F-9D20-00FBCFB94567}">
      <dgm:prSet/>
      <dgm:spPr/>
      <dgm:t>
        <a:bodyPr/>
        <a:lstStyle/>
        <a:p>
          <a:endParaRPr lang="en-US"/>
        </a:p>
      </dgm:t>
    </dgm:pt>
    <dgm:pt modelId="{4CB9036F-196C-47B9-808F-251264DE41E0}" type="pres">
      <dgm:prSet presAssocID="{8C40C6EC-C3C2-41C0-A53A-09C487971504}" presName="root" presStyleCnt="0">
        <dgm:presLayoutVars>
          <dgm:dir/>
          <dgm:resizeHandles val="exact"/>
        </dgm:presLayoutVars>
      </dgm:prSet>
      <dgm:spPr/>
    </dgm:pt>
    <dgm:pt modelId="{4E4DCBD5-687C-4A6D-894D-967ABD5C2187}" type="pres">
      <dgm:prSet presAssocID="{8C40C6EC-C3C2-41C0-A53A-09C487971504}" presName="container" presStyleCnt="0">
        <dgm:presLayoutVars>
          <dgm:dir/>
          <dgm:resizeHandles val="exact"/>
        </dgm:presLayoutVars>
      </dgm:prSet>
      <dgm:spPr/>
    </dgm:pt>
    <dgm:pt modelId="{8DEC19FC-61DB-4BAC-8CE8-56B064256641}" type="pres">
      <dgm:prSet presAssocID="{E61EFFF6-99F2-48C8-8BC9-36DE8CA4900E}" presName="compNode" presStyleCnt="0"/>
      <dgm:spPr/>
    </dgm:pt>
    <dgm:pt modelId="{AB32F797-1921-4CBC-A3F7-A58A859B387B}" type="pres">
      <dgm:prSet presAssocID="{E61EFFF6-99F2-48C8-8BC9-36DE8CA4900E}" presName="iconBgRect" presStyleLbl="bgShp" presStyleIdx="0" presStyleCnt="4"/>
      <dgm:spPr/>
    </dgm:pt>
    <dgm:pt modelId="{F5895F2F-489D-48FD-B24D-11C8CB769614}" type="pres">
      <dgm:prSet presAssocID="{E61EFFF6-99F2-48C8-8BC9-36DE8CA490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860F775-09E8-4624-A3A1-6CBCDCC87462}" type="pres">
      <dgm:prSet presAssocID="{E61EFFF6-99F2-48C8-8BC9-36DE8CA4900E}" presName="spaceRect" presStyleCnt="0"/>
      <dgm:spPr/>
    </dgm:pt>
    <dgm:pt modelId="{36161344-D905-4E98-A04C-73C87B2F6C58}" type="pres">
      <dgm:prSet presAssocID="{E61EFFF6-99F2-48C8-8BC9-36DE8CA4900E}" presName="textRect" presStyleLbl="revTx" presStyleIdx="0" presStyleCnt="4">
        <dgm:presLayoutVars>
          <dgm:chMax val="1"/>
          <dgm:chPref val="1"/>
        </dgm:presLayoutVars>
      </dgm:prSet>
      <dgm:spPr/>
    </dgm:pt>
    <dgm:pt modelId="{FFA9DCD0-7B45-4FA9-9C11-3E07DF9254FD}" type="pres">
      <dgm:prSet presAssocID="{5B20E362-434E-420F-9697-99AA68B05422}" presName="sibTrans" presStyleLbl="sibTrans2D1" presStyleIdx="0" presStyleCnt="0"/>
      <dgm:spPr/>
    </dgm:pt>
    <dgm:pt modelId="{2790EB9B-3FF2-4F4C-94F4-A104C19DAB16}" type="pres">
      <dgm:prSet presAssocID="{6FC1CBF6-A5EC-49D3-BFA1-F0A8D3605FCA}" presName="compNode" presStyleCnt="0"/>
      <dgm:spPr/>
    </dgm:pt>
    <dgm:pt modelId="{3C5A10F3-DE25-4A18-A01A-27F9073BA602}" type="pres">
      <dgm:prSet presAssocID="{6FC1CBF6-A5EC-49D3-BFA1-F0A8D3605FCA}" presName="iconBgRect" presStyleLbl="bgShp" presStyleIdx="1" presStyleCnt="4"/>
      <dgm:spPr/>
    </dgm:pt>
    <dgm:pt modelId="{36DEBDAB-E1C5-4773-ABE8-7132AD85D088}" type="pres">
      <dgm:prSet presAssocID="{6FC1CBF6-A5EC-49D3-BFA1-F0A8D3605F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22F3297-A559-49BC-A203-04DC593710D5}" type="pres">
      <dgm:prSet presAssocID="{6FC1CBF6-A5EC-49D3-BFA1-F0A8D3605FCA}" presName="spaceRect" presStyleCnt="0"/>
      <dgm:spPr/>
    </dgm:pt>
    <dgm:pt modelId="{8C8893A3-0A20-4717-80A8-AF581620661A}" type="pres">
      <dgm:prSet presAssocID="{6FC1CBF6-A5EC-49D3-BFA1-F0A8D3605FCA}" presName="textRect" presStyleLbl="revTx" presStyleIdx="1" presStyleCnt="4">
        <dgm:presLayoutVars>
          <dgm:chMax val="1"/>
          <dgm:chPref val="1"/>
        </dgm:presLayoutVars>
      </dgm:prSet>
      <dgm:spPr/>
    </dgm:pt>
    <dgm:pt modelId="{1077E9BF-7975-4716-A2D4-ED424425A8F3}" type="pres">
      <dgm:prSet presAssocID="{9C666836-0E07-41BC-8FDD-950799E5CFA0}" presName="sibTrans" presStyleLbl="sibTrans2D1" presStyleIdx="0" presStyleCnt="0"/>
      <dgm:spPr/>
    </dgm:pt>
    <dgm:pt modelId="{B06B9235-ACE2-4F0A-A6F6-9124CF3FE896}" type="pres">
      <dgm:prSet presAssocID="{9DA7AF85-8C96-4DE4-A500-1F528109AA2D}" presName="compNode" presStyleCnt="0"/>
      <dgm:spPr/>
    </dgm:pt>
    <dgm:pt modelId="{F16FB3A7-9FE7-4C99-A546-E2687358BD4C}" type="pres">
      <dgm:prSet presAssocID="{9DA7AF85-8C96-4DE4-A500-1F528109AA2D}" presName="iconBgRect" presStyleLbl="bgShp" presStyleIdx="2" presStyleCnt="4"/>
      <dgm:spPr/>
    </dgm:pt>
    <dgm:pt modelId="{F30D67FA-C7E5-4E4F-900F-3E8933B3C8EE}" type="pres">
      <dgm:prSet presAssocID="{9DA7AF85-8C96-4DE4-A500-1F528109AA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82518DB6-0459-4F54-9880-50AEBA1D1533}" type="pres">
      <dgm:prSet presAssocID="{9DA7AF85-8C96-4DE4-A500-1F528109AA2D}" presName="spaceRect" presStyleCnt="0"/>
      <dgm:spPr/>
    </dgm:pt>
    <dgm:pt modelId="{1D46588E-6F56-4275-9E1E-1E3BBEEC0177}" type="pres">
      <dgm:prSet presAssocID="{9DA7AF85-8C96-4DE4-A500-1F528109AA2D}" presName="textRect" presStyleLbl="revTx" presStyleIdx="2" presStyleCnt="4">
        <dgm:presLayoutVars>
          <dgm:chMax val="1"/>
          <dgm:chPref val="1"/>
        </dgm:presLayoutVars>
      </dgm:prSet>
      <dgm:spPr/>
    </dgm:pt>
    <dgm:pt modelId="{FB4DE829-54D2-451D-A7EB-415144ABAC3A}" type="pres">
      <dgm:prSet presAssocID="{4A4922EE-C6B0-4F75-A13B-48AB734B929A}" presName="sibTrans" presStyleLbl="sibTrans2D1" presStyleIdx="0" presStyleCnt="0"/>
      <dgm:spPr/>
    </dgm:pt>
    <dgm:pt modelId="{75DE0F45-1E02-4FB7-B155-B5361CDE9E53}" type="pres">
      <dgm:prSet presAssocID="{330528A4-6D6E-495E-934F-51094D036799}" presName="compNode" presStyleCnt="0"/>
      <dgm:spPr/>
    </dgm:pt>
    <dgm:pt modelId="{DD692132-74FA-4E81-9D6F-E33C12532D0E}" type="pres">
      <dgm:prSet presAssocID="{330528A4-6D6E-495E-934F-51094D036799}" presName="iconBgRect" presStyleLbl="bgShp" presStyleIdx="3" presStyleCnt="4"/>
      <dgm:spPr/>
    </dgm:pt>
    <dgm:pt modelId="{B8BE8ED1-0048-47F8-8A91-6BA99AA3B7F5}" type="pres">
      <dgm:prSet presAssocID="{330528A4-6D6E-495E-934F-51094D036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7147CAF-3642-4768-8D84-55C6AA88742A}" type="pres">
      <dgm:prSet presAssocID="{330528A4-6D6E-495E-934F-51094D036799}" presName="spaceRect" presStyleCnt="0"/>
      <dgm:spPr/>
    </dgm:pt>
    <dgm:pt modelId="{F218A3E6-31EA-49E5-BFC0-C5390368104C}" type="pres">
      <dgm:prSet presAssocID="{330528A4-6D6E-495E-934F-51094D0367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852D60-5B84-4389-9AB5-E6C1A088760C}" type="presOf" srcId="{8C40C6EC-C3C2-41C0-A53A-09C487971504}" destId="{4CB9036F-196C-47B9-808F-251264DE41E0}" srcOrd="0" destOrd="0" presId="urn:microsoft.com/office/officeart/2018/2/layout/IconCircleList"/>
    <dgm:cxn modelId="{41138244-16CE-409A-AF3E-DB652B79AD0A}" type="presOf" srcId="{E61EFFF6-99F2-48C8-8BC9-36DE8CA4900E}" destId="{36161344-D905-4E98-A04C-73C87B2F6C58}" srcOrd="0" destOrd="0" presId="urn:microsoft.com/office/officeart/2018/2/layout/IconCircleList"/>
    <dgm:cxn modelId="{F9CB2E6B-B71F-49DA-A48C-3AC0726783F7}" srcId="{8C40C6EC-C3C2-41C0-A53A-09C487971504}" destId="{9DA7AF85-8C96-4DE4-A500-1F528109AA2D}" srcOrd="2" destOrd="0" parTransId="{36342F4F-9277-4C30-876E-6DA70723B5C7}" sibTransId="{4A4922EE-C6B0-4F75-A13B-48AB734B929A}"/>
    <dgm:cxn modelId="{0EFC4971-60D0-48AF-AE52-A23A6CDF6962}" type="presOf" srcId="{4A4922EE-C6B0-4F75-A13B-48AB734B929A}" destId="{FB4DE829-54D2-451D-A7EB-415144ABAC3A}" srcOrd="0" destOrd="0" presId="urn:microsoft.com/office/officeart/2018/2/layout/IconCircleList"/>
    <dgm:cxn modelId="{9BF97A79-29CD-4E22-87C2-8DF77783957F}" type="presOf" srcId="{330528A4-6D6E-495E-934F-51094D036799}" destId="{F218A3E6-31EA-49E5-BFC0-C5390368104C}" srcOrd="0" destOrd="0" presId="urn:microsoft.com/office/officeart/2018/2/layout/IconCircleList"/>
    <dgm:cxn modelId="{403D2F9A-D924-4234-99E0-941E13E74138}" srcId="{8C40C6EC-C3C2-41C0-A53A-09C487971504}" destId="{6FC1CBF6-A5EC-49D3-BFA1-F0A8D3605FCA}" srcOrd="1" destOrd="0" parTransId="{F22FB364-E5D6-46DC-A3A0-1D20F7881D4B}" sibTransId="{9C666836-0E07-41BC-8FDD-950799E5CFA0}"/>
    <dgm:cxn modelId="{C9CF35AA-B31D-4B41-9C5D-43DA7863852F}" type="presOf" srcId="{5B20E362-434E-420F-9697-99AA68B05422}" destId="{FFA9DCD0-7B45-4FA9-9C11-3E07DF9254FD}" srcOrd="0" destOrd="0" presId="urn:microsoft.com/office/officeart/2018/2/layout/IconCircleList"/>
    <dgm:cxn modelId="{7641E8AE-3496-427D-9A74-7120CA242C9A}" type="presOf" srcId="{9DA7AF85-8C96-4DE4-A500-1F528109AA2D}" destId="{1D46588E-6F56-4275-9E1E-1E3BBEEC0177}" srcOrd="0" destOrd="0" presId="urn:microsoft.com/office/officeart/2018/2/layout/IconCircleList"/>
    <dgm:cxn modelId="{825804B3-431D-4F1F-9D20-00FBCFB94567}" srcId="{8C40C6EC-C3C2-41C0-A53A-09C487971504}" destId="{330528A4-6D6E-495E-934F-51094D036799}" srcOrd="3" destOrd="0" parTransId="{AB164592-DEF4-4795-8A35-C3F4160A8C7A}" sibTransId="{30BA5F6F-66ED-4B23-82BD-0732ED864F3B}"/>
    <dgm:cxn modelId="{373573BB-F594-4EF1-A4A6-EA363F4AF1D4}" type="presOf" srcId="{6FC1CBF6-A5EC-49D3-BFA1-F0A8D3605FCA}" destId="{8C8893A3-0A20-4717-80A8-AF581620661A}" srcOrd="0" destOrd="0" presId="urn:microsoft.com/office/officeart/2018/2/layout/IconCircleList"/>
    <dgm:cxn modelId="{1B31A6E6-F195-40E1-A9D2-75AD198AA915}" srcId="{8C40C6EC-C3C2-41C0-A53A-09C487971504}" destId="{E61EFFF6-99F2-48C8-8BC9-36DE8CA4900E}" srcOrd="0" destOrd="0" parTransId="{12C3B070-CD44-411F-B5C1-5F6B1FDED1F5}" sibTransId="{5B20E362-434E-420F-9697-99AA68B05422}"/>
    <dgm:cxn modelId="{7581A6EA-2628-4B9A-95FE-1A86AA754334}" type="presOf" srcId="{9C666836-0E07-41BC-8FDD-950799E5CFA0}" destId="{1077E9BF-7975-4716-A2D4-ED424425A8F3}" srcOrd="0" destOrd="0" presId="urn:microsoft.com/office/officeart/2018/2/layout/IconCircleList"/>
    <dgm:cxn modelId="{33C9BA8A-CE10-4F97-8411-81F7E8DEFF3B}" type="presParOf" srcId="{4CB9036F-196C-47B9-808F-251264DE41E0}" destId="{4E4DCBD5-687C-4A6D-894D-967ABD5C2187}" srcOrd="0" destOrd="0" presId="urn:microsoft.com/office/officeart/2018/2/layout/IconCircleList"/>
    <dgm:cxn modelId="{E60E2D4C-CC05-4225-A1CA-0100D17E2E27}" type="presParOf" srcId="{4E4DCBD5-687C-4A6D-894D-967ABD5C2187}" destId="{8DEC19FC-61DB-4BAC-8CE8-56B064256641}" srcOrd="0" destOrd="0" presId="urn:microsoft.com/office/officeart/2018/2/layout/IconCircleList"/>
    <dgm:cxn modelId="{FB1B27F5-3399-440A-9802-372EC288DA55}" type="presParOf" srcId="{8DEC19FC-61DB-4BAC-8CE8-56B064256641}" destId="{AB32F797-1921-4CBC-A3F7-A58A859B387B}" srcOrd="0" destOrd="0" presId="urn:microsoft.com/office/officeart/2018/2/layout/IconCircleList"/>
    <dgm:cxn modelId="{F94FCCE4-A896-48AD-8311-9EC938161F0E}" type="presParOf" srcId="{8DEC19FC-61DB-4BAC-8CE8-56B064256641}" destId="{F5895F2F-489D-48FD-B24D-11C8CB769614}" srcOrd="1" destOrd="0" presId="urn:microsoft.com/office/officeart/2018/2/layout/IconCircleList"/>
    <dgm:cxn modelId="{CAC596C5-0E8C-4B64-9D9D-2C58715CACD3}" type="presParOf" srcId="{8DEC19FC-61DB-4BAC-8CE8-56B064256641}" destId="{E860F775-09E8-4624-A3A1-6CBCDCC87462}" srcOrd="2" destOrd="0" presId="urn:microsoft.com/office/officeart/2018/2/layout/IconCircleList"/>
    <dgm:cxn modelId="{74F090BA-614C-4365-9DDE-9658B7B88CDD}" type="presParOf" srcId="{8DEC19FC-61DB-4BAC-8CE8-56B064256641}" destId="{36161344-D905-4E98-A04C-73C87B2F6C58}" srcOrd="3" destOrd="0" presId="urn:microsoft.com/office/officeart/2018/2/layout/IconCircleList"/>
    <dgm:cxn modelId="{639EFBAE-D3D8-4A5F-B751-93100E56CD55}" type="presParOf" srcId="{4E4DCBD5-687C-4A6D-894D-967ABD5C2187}" destId="{FFA9DCD0-7B45-4FA9-9C11-3E07DF9254FD}" srcOrd="1" destOrd="0" presId="urn:microsoft.com/office/officeart/2018/2/layout/IconCircleList"/>
    <dgm:cxn modelId="{1B2CAA5F-D46A-4D7D-B7C0-8A612FC15811}" type="presParOf" srcId="{4E4DCBD5-687C-4A6D-894D-967ABD5C2187}" destId="{2790EB9B-3FF2-4F4C-94F4-A104C19DAB16}" srcOrd="2" destOrd="0" presId="urn:microsoft.com/office/officeart/2018/2/layout/IconCircleList"/>
    <dgm:cxn modelId="{8170AB02-36E6-4612-8ACA-24628324F3C6}" type="presParOf" srcId="{2790EB9B-3FF2-4F4C-94F4-A104C19DAB16}" destId="{3C5A10F3-DE25-4A18-A01A-27F9073BA602}" srcOrd="0" destOrd="0" presId="urn:microsoft.com/office/officeart/2018/2/layout/IconCircleList"/>
    <dgm:cxn modelId="{E7E3D6D2-6152-4B2A-924C-06EBC10A4F65}" type="presParOf" srcId="{2790EB9B-3FF2-4F4C-94F4-A104C19DAB16}" destId="{36DEBDAB-E1C5-4773-ABE8-7132AD85D088}" srcOrd="1" destOrd="0" presId="urn:microsoft.com/office/officeart/2018/2/layout/IconCircleList"/>
    <dgm:cxn modelId="{B6B09647-C932-4243-A5FD-63EFDF4F0DC3}" type="presParOf" srcId="{2790EB9B-3FF2-4F4C-94F4-A104C19DAB16}" destId="{A22F3297-A559-49BC-A203-04DC593710D5}" srcOrd="2" destOrd="0" presId="urn:microsoft.com/office/officeart/2018/2/layout/IconCircleList"/>
    <dgm:cxn modelId="{1B4FED3F-38C6-46D7-84FE-BBFCF0C2091B}" type="presParOf" srcId="{2790EB9B-3FF2-4F4C-94F4-A104C19DAB16}" destId="{8C8893A3-0A20-4717-80A8-AF581620661A}" srcOrd="3" destOrd="0" presId="urn:microsoft.com/office/officeart/2018/2/layout/IconCircleList"/>
    <dgm:cxn modelId="{BD9CDE56-23D5-4DE3-BD4E-C835012F37A7}" type="presParOf" srcId="{4E4DCBD5-687C-4A6D-894D-967ABD5C2187}" destId="{1077E9BF-7975-4716-A2D4-ED424425A8F3}" srcOrd="3" destOrd="0" presId="urn:microsoft.com/office/officeart/2018/2/layout/IconCircleList"/>
    <dgm:cxn modelId="{EAAF0081-21EA-47DD-BD82-7C0ED4B22D7E}" type="presParOf" srcId="{4E4DCBD5-687C-4A6D-894D-967ABD5C2187}" destId="{B06B9235-ACE2-4F0A-A6F6-9124CF3FE896}" srcOrd="4" destOrd="0" presId="urn:microsoft.com/office/officeart/2018/2/layout/IconCircleList"/>
    <dgm:cxn modelId="{D32E1D9C-01B2-4A36-8617-44DE83B356B6}" type="presParOf" srcId="{B06B9235-ACE2-4F0A-A6F6-9124CF3FE896}" destId="{F16FB3A7-9FE7-4C99-A546-E2687358BD4C}" srcOrd="0" destOrd="0" presId="urn:microsoft.com/office/officeart/2018/2/layout/IconCircleList"/>
    <dgm:cxn modelId="{04538E5F-2AF4-463F-AAD9-281B0DB37EE6}" type="presParOf" srcId="{B06B9235-ACE2-4F0A-A6F6-9124CF3FE896}" destId="{F30D67FA-C7E5-4E4F-900F-3E8933B3C8EE}" srcOrd="1" destOrd="0" presId="urn:microsoft.com/office/officeart/2018/2/layout/IconCircleList"/>
    <dgm:cxn modelId="{F5790A08-9C99-403E-8836-B6A6B0895E1E}" type="presParOf" srcId="{B06B9235-ACE2-4F0A-A6F6-9124CF3FE896}" destId="{82518DB6-0459-4F54-9880-50AEBA1D1533}" srcOrd="2" destOrd="0" presId="urn:microsoft.com/office/officeart/2018/2/layout/IconCircleList"/>
    <dgm:cxn modelId="{084C312E-8AC9-44B5-83BC-54666AA5E02B}" type="presParOf" srcId="{B06B9235-ACE2-4F0A-A6F6-9124CF3FE896}" destId="{1D46588E-6F56-4275-9E1E-1E3BBEEC0177}" srcOrd="3" destOrd="0" presId="urn:microsoft.com/office/officeart/2018/2/layout/IconCircleList"/>
    <dgm:cxn modelId="{27EEBA2F-BAD0-4EC7-AB78-F0CFEA664109}" type="presParOf" srcId="{4E4DCBD5-687C-4A6D-894D-967ABD5C2187}" destId="{FB4DE829-54D2-451D-A7EB-415144ABAC3A}" srcOrd="5" destOrd="0" presId="urn:microsoft.com/office/officeart/2018/2/layout/IconCircleList"/>
    <dgm:cxn modelId="{98DFCE61-0E0E-49AE-AEDB-AFBF5069CF1A}" type="presParOf" srcId="{4E4DCBD5-687C-4A6D-894D-967ABD5C2187}" destId="{75DE0F45-1E02-4FB7-B155-B5361CDE9E53}" srcOrd="6" destOrd="0" presId="urn:microsoft.com/office/officeart/2018/2/layout/IconCircleList"/>
    <dgm:cxn modelId="{90DF3F30-A1F5-46D2-B25A-DF5D41163957}" type="presParOf" srcId="{75DE0F45-1E02-4FB7-B155-B5361CDE9E53}" destId="{DD692132-74FA-4E81-9D6F-E33C12532D0E}" srcOrd="0" destOrd="0" presId="urn:microsoft.com/office/officeart/2018/2/layout/IconCircleList"/>
    <dgm:cxn modelId="{BA2C9C4A-1C8E-4B32-B6C8-8D910E438E71}" type="presParOf" srcId="{75DE0F45-1E02-4FB7-B155-B5361CDE9E53}" destId="{B8BE8ED1-0048-47F8-8A91-6BA99AA3B7F5}" srcOrd="1" destOrd="0" presId="urn:microsoft.com/office/officeart/2018/2/layout/IconCircleList"/>
    <dgm:cxn modelId="{A8FC986E-1B3E-476E-9395-F13993ABAF92}" type="presParOf" srcId="{75DE0F45-1E02-4FB7-B155-B5361CDE9E53}" destId="{27147CAF-3642-4768-8D84-55C6AA88742A}" srcOrd="2" destOrd="0" presId="urn:microsoft.com/office/officeart/2018/2/layout/IconCircleList"/>
    <dgm:cxn modelId="{C2D28DE9-2B12-4E6B-B60A-435807A137EA}" type="presParOf" srcId="{75DE0F45-1E02-4FB7-B155-B5361CDE9E53}" destId="{F218A3E6-31EA-49E5-BFC0-C539036810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B03A33-030F-4CBF-84B3-74CC0FC430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0A7F61B-D3B1-416A-8B7B-560F5FD7FB61}">
      <dgm:prSet/>
      <dgm:spPr/>
      <dgm:t>
        <a:bodyPr/>
        <a:lstStyle/>
        <a:p>
          <a:r>
            <a:rPr lang="en-US" dirty="0"/>
            <a:t>Improve search accuracy</a:t>
          </a:r>
        </a:p>
      </dgm:t>
    </dgm:pt>
    <dgm:pt modelId="{906CEB64-C0BC-420A-B41E-F37995038EF8}" type="parTrans" cxnId="{9B11B02D-D6B4-4F2A-B969-16A37004E80F}">
      <dgm:prSet/>
      <dgm:spPr/>
      <dgm:t>
        <a:bodyPr/>
        <a:lstStyle/>
        <a:p>
          <a:endParaRPr lang="en-US"/>
        </a:p>
      </dgm:t>
    </dgm:pt>
    <dgm:pt modelId="{74F298C2-3856-42AD-92C2-4E0B31DC440F}" type="sibTrans" cxnId="{9B11B02D-D6B4-4F2A-B969-16A37004E80F}">
      <dgm:prSet/>
      <dgm:spPr/>
      <dgm:t>
        <a:bodyPr/>
        <a:lstStyle/>
        <a:p>
          <a:endParaRPr lang="en-US"/>
        </a:p>
      </dgm:t>
    </dgm:pt>
    <dgm:pt modelId="{376C0C1B-6000-45F7-8C80-A1ABB9AEF9ED}">
      <dgm:prSet/>
      <dgm:spPr/>
      <dgm:t>
        <a:bodyPr/>
        <a:lstStyle/>
        <a:p>
          <a:r>
            <a:rPr lang="en-US" dirty="0"/>
            <a:t>Add notifications</a:t>
          </a:r>
        </a:p>
      </dgm:t>
    </dgm:pt>
    <dgm:pt modelId="{AC658AFF-B26F-49F7-A42A-CE18A8282A9A}" type="parTrans" cxnId="{E50B0899-AD01-4AF0-A9F9-EC81E995C8A1}">
      <dgm:prSet/>
      <dgm:spPr/>
      <dgm:t>
        <a:bodyPr/>
        <a:lstStyle/>
        <a:p>
          <a:endParaRPr lang="en-US"/>
        </a:p>
      </dgm:t>
    </dgm:pt>
    <dgm:pt modelId="{A09A84B4-EA84-4B87-8C9C-7B1271398734}" type="sibTrans" cxnId="{E50B0899-AD01-4AF0-A9F9-EC81E995C8A1}">
      <dgm:prSet/>
      <dgm:spPr/>
      <dgm:t>
        <a:bodyPr/>
        <a:lstStyle/>
        <a:p>
          <a:endParaRPr lang="en-US"/>
        </a:p>
      </dgm:t>
    </dgm:pt>
    <dgm:pt modelId="{696E53CB-9BA1-45A4-B3AB-DC92FE5E56FF}">
      <dgm:prSet/>
      <dgm:spPr/>
      <dgm:t>
        <a:bodyPr/>
        <a:lstStyle/>
        <a:p>
          <a:r>
            <a:rPr lang="en-US" dirty="0"/>
            <a:t>Perform more testing</a:t>
          </a:r>
        </a:p>
      </dgm:t>
    </dgm:pt>
    <dgm:pt modelId="{A9453BA0-D509-4215-A71D-1B3E90355F38}" type="parTrans" cxnId="{93C2827F-31A1-44DD-B7D3-B326835AFAAF}">
      <dgm:prSet/>
      <dgm:spPr/>
      <dgm:t>
        <a:bodyPr/>
        <a:lstStyle/>
        <a:p>
          <a:endParaRPr lang="en-US"/>
        </a:p>
      </dgm:t>
    </dgm:pt>
    <dgm:pt modelId="{A07B962E-BB4E-4B1B-9833-FC95159F74DF}" type="sibTrans" cxnId="{93C2827F-31A1-44DD-B7D3-B326835AFAAF}">
      <dgm:prSet/>
      <dgm:spPr/>
      <dgm:t>
        <a:bodyPr/>
        <a:lstStyle/>
        <a:p>
          <a:endParaRPr lang="en-US"/>
        </a:p>
      </dgm:t>
    </dgm:pt>
    <dgm:pt modelId="{91967A89-D4F1-43C5-8613-AEED6FAFED8D}">
      <dgm:prSet/>
      <dgm:spPr/>
      <dgm:t>
        <a:bodyPr/>
        <a:lstStyle/>
        <a:p>
          <a:r>
            <a:rPr lang="en-US" dirty="0"/>
            <a:t>Improve system reliability</a:t>
          </a:r>
        </a:p>
      </dgm:t>
    </dgm:pt>
    <dgm:pt modelId="{C0777D6F-2C13-4631-8AD6-A729E9CD596C}" type="parTrans" cxnId="{31A2F8A6-D337-4D2D-ABEE-D7135C080BCF}">
      <dgm:prSet/>
      <dgm:spPr/>
      <dgm:t>
        <a:bodyPr/>
        <a:lstStyle/>
        <a:p>
          <a:endParaRPr lang="en-US"/>
        </a:p>
      </dgm:t>
    </dgm:pt>
    <dgm:pt modelId="{18A39FED-8B90-4505-80B1-BF2E70DBA245}" type="sibTrans" cxnId="{31A2F8A6-D337-4D2D-ABEE-D7135C080BCF}">
      <dgm:prSet/>
      <dgm:spPr/>
      <dgm:t>
        <a:bodyPr/>
        <a:lstStyle/>
        <a:p>
          <a:endParaRPr lang="en-US"/>
        </a:p>
      </dgm:t>
    </dgm:pt>
    <dgm:pt modelId="{33E801EF-5CF8-4192-A093-B4F1A740BF66}" type="pres">
      <dgm:prSet presAssocID="{33B03A33-030F-4CBF-84B3-74CC0FC43083}" presName="root" presStyleCnt="0">
        <dgm:presLayoutVars>
          <dgm:dir/>
          <dgm:resizeHandles val="exact"/>
        </dgm:presLayoutVars>
      </dgm:prSet>
      <dgm:spPr/>
    </dgm:pt>
    <dgm:pt modelId="{F3607199-0CB8-4B70-AB8A-2BBAB3DB2886}" type="pres">
      <dgm:prSet presAssocID="{F0A7F61B-D3B1-416A-8B7B-560F5FD7FB61}" presName="compNode" presStyleCnt="0"/>
      <dgm:spPr/>
    </dgm:pt>
    <dgm:pt modelId="{4818D3D9-B43F-490B-8F57-6E7C3A700D40}" type="pres">
      <dgm:prSet presAssocID="{F0A7F61B-D3B1-416A-8B7B-560F5FD7FB61}" presName="bgRect" presStyleLbl="bgShp" presStyleIdx="0" presStyleCnt="4"/>
      <dgm:spPr/>
    </dgm:pt>
    <dgm:pt modelId="{6FD120EB-3D2F-4976-B455-2E82B720E9BE}" type="pres">
      <dgm:prSet presAssocID="{F0A7F61B-D3B1-416A-8B7B-560F5FD7FB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0723271-4AFC-417A-B203-150BAC9B64D4}" type="pres">
      <dgm:prSet presAssocID="{F0A7F61B-D3B1-416A-8B7B-560F5FD7FB61}" presName="spaceRect" presStyleCnt="0"/>
      <dgm:spPr/>
    </dgm:pt>
    <dgm:pt modelId="{46176B31-BA98-49BE-81F0-06B04A4C7112}" type="pres">
      <dgm:prSet presAssocID="{F0A7F61B-D3B1-416A-8B7B-560F5FD7FB61}" presName="parTx" presStyleLbl="revTx" presStyleIdx="0" presStyleCnt="4">
        <dgm:presLayoutVars>
          <dgm:chMax val="0"/>
          <dgm:chPref val="0"/>
        </dgm:presLayoutVars>
      </dgm:prSet>
      <dgm:spPr/>
    </dgm:pt>
    <dgm:pt modelId="{D390F220-C2C2-43CC-806C-27A5DC534073}" type="pres">
      <dgm:prSet presAssocID="{74F298C2-3856-42AD-92C2-4E0B31DC440F}" presName="sibTrans" presStyleCnt="0"/>
      <dgm:spPr/>
    </dgm:pt>
    <dgm:pt modelId="{50DEA380-14F0-47AE-B467-794E735E20C6}" type="pres">
      <dgm:prSet presAssocID="{376C0C1B-6000-45F7-8C80-A1ABB9AEF9ED}" presName="compNode" presStyleCnt="0"/>
      <dgm:spPr/>
    </dgm:pt>
    <dgm:pt modelId="{AA654343-AC34-4F49-9CDC-0C6CA5AD4BFE}" type="pres">
      <dgm:prSet presAssocID="{376C0C1B-6000-45F7-8C80-A1ABB9AEF9ED}" presName="bgRect" presStyleLbl="bgShp" presStyleIdx="1" presStyleCnt="4"/>
      <dgm:spPr/>
    </dgm:pt>
    <dgm:pt modelId="{DDBD7FD4-54C4-478A-A344-B9A3E8703031}" type="pres">
      <dgm:prSet presAssocID="{376C0C1B-6000-45F7-8C80-A1ABB9AEF9E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741B9C8E-935A-4409-8069-32DAEB2C3B49}" type="pres">
      <dgm:prSet presAssocID="{376C0C1B-6000-45F7-8C80-A1ABB9AEF9ED}" presName="spaceRect" presStyleCnt="0"/>
      <dgm:spPr/>
    </dgm:pt>
    <dgm:pt modelId="{8F35988C-C623-4432-A957-BEC04E21B6F9}" type="pres">
      <dgm:prSet presAssocID="{376C0C1B-6000-45F7-8C80-A1ABB9AEF9ED}" presName="parTx" presStyleLbl="revTx" presStyleIdx="1" presStyleCnt="4">
        <dgm:presLayoutVars>
          <dgm:chMax val="0"/>
          <dgm:chPref val="0"/>
        </dgm:presLayoutVars>
      </dgm:prSet>
      <dgm:spPr/>
    </dgm:pt>
    <dgm:pt modelId="{72CA8A10-6D10-4E76-B1E9-4C17156A2307}" type="pres">
      <dgm:prSet presAssocID="{A09A84B4-EA84-4B87-8C9C-7B1271398734}" presName="sibTrans" presStyleCnt="0"/>
      <dgm:spPr/>
    </dgm:pt>
    <dgm:pt modelId="{BD32707D-A428-46C2-B1B1-9CDBE0D3EB3C}" type="pres">
      <dgm:prSet presAssocID="{696E53CB-9BA1-45A4-B3AB-DC92FE5E56FF}" presName="compNode" presStyleCnt="0"/>
      <dgm:spPr/>
    </dgm:pt>
    <dgm:pt modelId="{87B6CE2E-867C-46FD-9904-F1799844B78D}" type="pres">
      <dgm:prSet presAssocID="{696E53CB-9BA1-45A4-B3AB-DC92FE5E56FF}" presName="bgRect" presStyleLbl="bgShp" presStyleIdx="2" presStyleCnt="4"/>
      <dgm:spPr/>
    </dgm:pt>
    <dgm:pt modelId="{392E83B1-D695-4E07-86E3-19AFC0B56D3C}" type="pres">
      <dgm:prSet presAssocID="{696E53CB-9BA1-45A4-B3AB-DC92FE5E56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814DE15-E7CB-42BD-BF62-1729AB163AAE}" type="pres">
      <dgm:prSet presAssocID="{696E53CB-9BA1-45A4-B3AB-DC92FE5E56FF}" presName="spaceRect" presStyleCnt="0"/>
      <dgm:spPr/>
    </dgm:pt>
    <dgm:pt modelId="{05B3C1FB-DDA5-490B-B705-C224F3731777}" type="pres">
      <dgm:prSet presAssocID="{696E53CB-9BA1-45A4-B3AB-DC92FE5E56FF}" presName="parTx" presStyleLbl="revTx" presStyleIdx="2" presStyleCnt="4">
        <dgm:presLayoutVars>
          <dgm:chMax val="0"/>
          <dgm:chPref val="0"/>
        </dgm:presLayoutVars>
      </dgm:prSet>
      <dgm:spPr/>
    </dgm:pt>
    <dgm:pt modelId="{7E70DAEF-1BB1-4C3A-B291-C4FF29C5E34C}" type="pres">
      <dgm:prSet presAssocID="{A07B962E-BB4E-4B1B-9833-FC95159F74DF}" presName="sibTrans" presStyleCnt="0"/>
      <dgm:spPr/>
    </dgm:pt>
    <dgm:pt modelId="{956C0C08-189F-4319-A50F-D46F1B078331}" type="pres">
      <dgm:prSet presAssocID="{91967A89-D4F1-43C5-8613-AEED6FAFED8D}" presName="compNode" presStyleCnt="0"/>
      <dgm:spPr/>
    </dgm:pt>
    <dgm:pt modelId="{374BA5ED-B877-49D4-B39C-33402FAC2F02}" type="pres">
      <dgm:prSet presAssocID="{91967A89-D4F1-43C5-8613-AEED6FAFED8D}" presName="bgRect" presStyleLbl="bgShp" presStyleIdx="3" presStyleCnt="4"/>
      <dgm:spPr/>
    </dgm:pt>
    <dgm:pt modelId="{7B64D6EE-1A57-4BAB-BB9D-879695EAE660}" type="pres">
      <dgm:prSet presAssocID="{91967A89-D4F1-43C5-8613-AEED6FAFED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900E059-6838-495E-BF3C-7782EAFD9B5A}" type="pres">
      <dgm:prSet presAssocID="{91967A89-D4F1-43C5-8613-AEED6FAFED8D}" presName="spaceRect" presStyleCnt="0"/>
      <dgm:spPr/>
    </dgm:pt>
    <dgm:pt modelId="{78E1B176-7438-4EE5-B003-0BC23E92E2B3}" type="pres">
      <dgm:prSet presAssocID="{91967A89-D4F1-43C5-8613-AEED6FAFED8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5387529-5984-4295-B8F7-01809807205F}" type="presOf" srcId="{F0A7F61B-D3B1-416A-8B7B-560F5FD7FB61}" destId="{46176B31-BA98-49BE-81F0-06B04A4C7112}" srcOrd="0" destOrd="0" presId="urn:microsoft.com/office/officeart/2018/2/layout/IconVerticalSolidList"/>
    <dgm:cxn modelId="{9B11B02D-D6B4-4F2A-B969-16A37004E80F}" srcId="{33B03A33-030F-4CBF-84B3-74CC0FC43083}" destId="{F0A7F61B-D3B1-416A-8B7B-560F5FD7FB61}" srcOrd="0" destOrd="0" parTransId="{906CEB64-C0BC-420A-B41E-F37995038EF8}" sibTransId="{74F298C2-3856-42AD-92C2-4E0B31DC440F}"/>
    <dgm:cxn modelId="{4D89FF45-DE58-4756-B548-B3C987223CBC}" type="presOf" srcId="{33B03A33-030F-4CBF-84B3-74CC0FC43083}" destId="{33E801EF-5CF8-4192-A093-B4F1A740BF66}" srcOrd="0" destOrd="0" presId="urn:microsoft.com/office/officeart/2018/2/layout/IconVerticalSolidList"/>
    <dgm:cxn modelId="{93C2827F-31A1-44DD-B7D3-B326835AFAAF}" srcId="{33B03A33-030F-4CBF-84B3-74CC0FC43083}" destId="{696E53CB-9BA1-45A4-B3AB-DC92FE5E56FF}" srcOrd="2" destOrd="0" parTransId="{A9453BA0-D509-4215-A71D-1B3E90355F38}" sibTransId="{A07B962E-BB4E-4B1B-9833-FC95159F74DF}"/>
    <dgm:cxn modelId="{E50B0899-AD01-4AF0-A9F9-EC81E995C8A1}" srcId="{33B03A33-030F-4CBF-84B3-74CC0FC43083}" destId="{376C0C1B-6000-45F7-8C80-A1ABB9AEF9ED}" srcOrd="1" destOrd="0" parTransId="{AC658AFF-B26F-49F7-A42A-CE18A8282A9A}" sibTransId="{A09A84B4-EA84-4B87-8C9C-7B1271398734}"/>
    <dgm:cxn modelId="{31A2F8A6-D337-4D2D-ABEE-D7135C080BCF}" srcId="{33B03A33-030F-4CBF-84B3-74CC0FC43083}" destId="{91967A89-D4F1-43C5-8613-AEED6FAFED8D}" srcOrd="3" destOrd="0" parTransId="{C0777D6F-2C13-4631-8AD6-A729E9CD596C}" sibTransId="{18A39FED-8B90-4505-80B1-BF2E70DBA245}"/>
    <dgm:cxn modelId="{0CD1E3B0-7194-44F6-9EC9-48A14C91FC8A}" type="presOf" srcId="{91967A89-D4F1-43C5-8613-AEED6FAFED8D}" destId="{78E1B176-7438-4EE5-B003-0BC23E92E2B3}" srcOrd="0" destOrd="0" presId="urn:microsoft.com/office/officeart/2018/2/layout/IconVerticalSolidList"/>
    <dgm:cxn modelId="{2B4BDCBB-79A2-45D4-89A5-95BB89915A73}" type="presOf" srcId="{376C0C1B-6000-45F7-8C80-A1ABB9AEF9ED}" destId="{8F35988C-C623-4432-A957-BEC04E21B6F9}" srcOrd="0" destOrd="0" presId="urn:microsoft.com/office/officeart/2018/2/layout/IconVerticalSolidList"/>
    <dgm:cxn modelId="{7ECBC8CB-4A88-4D9B-B618-6C8B922B5741}" type="presOf" srcId="{696E53CB-9BA1-45A4-B3AB-DC92FE5E56FF}" destId="{05B3C1FB-DDA5-490B-B705-C224F3731777}" srcOrd="0" destOrd="0" presId="urn:microsoft.com/office/officeart/2018/2/layout/IconVerticalSolidList"/>
    <dgm:cxn modelId="{30C2C74A-837A-405B-9922-4BC3F2057AE2}" type="presParOf" srcId="{33E801EF-5CF8-4192-A093-B4F1A740BF66}" destId="{F3607199-0CB8-4B70-AB8A-2BBAB3DB2886}" srcOrd="0" destOrd="0" presId="urn:microsoft.com/office/officeart/2018/2/layout/IconVerticalSolidList"/>
    <dgm:cxn modelId="{E4FD247E-0245-4369-B5BE-E5A7D204B46F}" type="presParOf" srcId="{F3607199-0CB8-4B70-AB8A-2BBAB3DB2886}" destId="{4818D3D9-B43F-490B-8F57-6E7C3A700D40}" srcOrd="0" destOrd="0" presId="urn:microsoft.com/office/officeart/2018/2/layout/IconVerticalSolidList"/>
    <dgm:cxn modelId="{3DA33004-94B6-4D1B-B909-C42E595B6682}" type="presParOf" srcId="{F3607199-0CB8-4B70-AB8A-2BBAB3DB2886}" destId="{6FD120EB-3D2F-4976-B455-2E82B720E9BE}" srcOrd="1" destOrd="0" presId="urn:microsoft.com/office/officeart/2018/2/layout/IconVerticalSolidList"/>
    <dgm:cxn modelId="{8B106AAE-584E-4093-BFF7-52112C41C8FC}" type="presParOf" srcId="{F3607199-0CB8-4B70-AB8A-2BBAB3DB2886}" destId="{30723271-4AFC-417A-B203-150BAC9B64D4}" srcOrd="2" destOrd="0" presId="urn:microsoft.com/office/officeart/2018/2/layout/IconVerticalSolidList"/>
    <dgm:cxn modelId="{EF863D35-0689-43C6-B3C5-DFD93A742930}" type="presParOf" srcId="{F3607199-0CB8-4B70-AB8A-2BBAB3DB2886}" destId="{46176B31-BA98-49BE-81F0-06B04A4C7112}" srcOrd="3" destOrd="0" presId="urn:microsoft.com/office/officeart/2018/2/layout/IconVerticalSolidList"/>
    <dgm:cxn modelId="{155AC3FF-89D1-4335-849E-8214E0A560D6}" type="presParOf" srcId="{33E801EF-5CF8-4192-A093-B4F1A740BF66}" destId="{D390F220-C2C2-43CC-806C-27A5DC534073}" srcOrd="1" destOrd="0" presId="urn:microsoft.com/office/officeart/2018/2/layout/IconVerticalSolidList"/>
    <dgm:cxn modelId="{DF4D4E8D-F946-485A-8CCE-DEBD529E541B}" type="presParOf" srcId="{33E801EF-5CF8-4192-A093-B4F1A740BF66}" destId="{50DEA380-14F0-47AE-B467-794E735E20C6}" srcOrd="2" destOrd="0" presId="urn:microsoft.com/office/officeart/2018/2/layout/IconVerticalSolidList"/>
    <dgm:cxn modelId="{4025AB0B-437D-41D3-8DFA-3B941F85AFDE}" type="presParOf" srcId="{50DEA380-14F0-47AE-B467-794E735E20C6}" destId="{AA654343-AC34-4F49-9CDC-0C6CA5AD4BFE}" srcOrd="0" destOrd="0" presId="urn:microsoft.com/office/officeart/2018/2/layout/IconVerticalSolidList"/>
    <dgm:cxn modelId="{3B6D9577-DBA5-4915-8691-E2F04C5B65CA}" type="presParOf" srcId="{50DEA380-14F0-47AE-B467-794E735E20C6}" destId="{DDBD7FD4-54C4-478A-A344-B9A3E8703031}" srcOrd="1" destOrd="0" presId="urn:microsoft.com/office/officeart/2018/2/layout/IconVerticalSolidList"/>
    <dgm:cxn modelId="{A62EC694-9062-4C16-939B-678436395237}" type="presParOf" srcId="{50DEA380-14F0-47AE-B467-794E735E20C6}" destId="{741B9C8E-935A-4409-8069-32DAEB2C3B49}" srcOrd="2" destOrd="0" presId="urn:microsoft.com/office/officeart/2018/2/layout/IconVerticalSolidList"/>
    <dgm:cxn modelId="{6C1D4AD9-9839-4942-92F2-205EF96AAA1E}" type="presParOf" srcId="{50DEA380-14F0-47AE-B467-794E735E20C6}" destId="{8F35988C-C623-4432-A957-BEC04E21B6F9}" srcOrd="3" destOrd="0" presId="urn:microsoft.com/office/officeart/2018/2/layout/IconVerticalSolidList"/>
    <dgm:cxn modelId="{FF1D60B6-03D9-40D0-9143-D41F6E6B3232}" type="presParOf" srcId="{33E801EF-5CF8-4192-A093-B4F1A740BF66}" destId="{72CA8A10-6D10-4E76-B1E9-4C17156A2307}" srcOrd="3" destOrd="0" presId="urn:microsoft.com/office/officeart/2018/2/layout/IconVerticalSolidList"/>
    <dgm:cxn modelId="{FB5CC9F2-8C01-40A5-82F3-F2BD8D23481C}" type="presParOf" srcId="{33E801EF-5CF8-4192-A093-B4F1A740BF66}" destId="{BD32707D-A428-46C2-B1B1-9CDBE0D3EB3C}" srcOrd="4" destOrd="0" presId="urn:microsoft.com/office/officeart/2018/2/layout/IconVerticalSolidList"/>
    <dgm:cxn modelId="{8FA20CF5-D788-4D6E-8F4C-6E55889AAD6B}" type="presParOf" srcId="{BD32707D-A428-46C2-B1B1-9CDBE0D3EB3C}" destId="{87B6CE2E-867C-46FD-9904-F1799844B78D}" srcOrd="0" destOrd="0" presId="urn:microsoft.com/office/officeart/2018/2/layout/IconVerticalSolidList"/>
    <dgm:cxn modelId="{8B2D1857-7DCA-45FD-8D0A-8059D510C29F}" type="presParOf" srcId="{BD32707D-A428-46C2-B1B1-9CDBE0D3EB3C}" destId="{392E83B1-D695-4E07-86E3-19AFC0B56D3C}" srcOrd="1" destOrd="0" presId="urn:microsoft.com/office/officeart/2018/2/layout/IconVerticalSolidList"/>
    <dgm:cxn modelId="{CA977767-7345-4D50-B8E5-32D34F29A112}" type="presParOf" srcId="{BD32707D-A428-46C2-B1B1-9CDBE0D3EB3C}" destId="{B814DE15-E7CB-42BD-BF62-1729AB163AAE}" srcOrd="2" destOrd="0" presId="urn:microsoft.com/office/officeart/2018/2/layout/IconVerticalSolidList"/>
    <dgm:cxn modelId="{991FCD7A-0805-4D99-8A85-B308ABCEFE13}" type="presParOf" srcId="{BD32707D-A428-46C2-B1B1-9CDBE0D3EB3C}" destId="{05B3C1FB-DDA5-490B-B705-C224F3731777}" srcOrd="3" destOrd="0" presId="urn:microsoft.com/office/officeart/2018/2/layout/IconVerticalSolidList"/>
    <dgm:cxn modelId="{D129E30B-A744-4B3C-AA0E-38B521889A5C}" type="presParOf" srcId="{33E801EF-5CF8-4192-A093-B4F1A740BF66}" destId="{7E70DAEF-1BB1-4C3A-B291-C4FF29C5E34C}" srcOrd="5" destOrd="0" presId="urn:microsoft.com/office/officeart/2018/2/layout/IconVerticalSolidList"/>
    <dgm:cxn modelId="{D40EC322-71BB-4EF9-B907-D251698C41EA}" type="presParOf" srcId="{33E801EF-5CF8-4192-A093-B4F1A740BF66}" destId="{956C0C08-189F-4319-A50F-D46F1B078331}" srcOrd="6" destOrd="0" presId="urn:microsoft.com/office/officeart/2018/2/layout/IconVerticalSolidList"/>
    <dgm:cxn modelId="{767FE8DC-F9AC-4658-87D0-49DB0A8D2025}" type="presParOf" srcId="{956C0C08-189F-4319-A50F-D46F1B078331}" destId="{374BA5ED-B877-49D4-B39C-33402FAC2F02}" srcOrd="0" destOrd="0" presId="urn:microsoft.com/office/officeart/2018/2/layout/IconVerticalSolidList"/>
    <dgm:cxn modelId="{8D2FCB54-0B17-438A-8B60-689331D0E88E}" type="presParOf" srcId="{956C0C08-189F-4319-A50F-D46F1B078331}" destId="{7B64D6EE-1A57-4BAB-BB9D-879695EAE660}" srcOrd="1" destOrd="0" presId="urn:microsoft.com/office/officeart/2018/2/layout/IconVerticalSolidList"/>
    <dgm:cxn modelId="{9D2D8CAA-98EB-41D7-A34B-6835417F554B}" type="presParOf" srcId="{956C0C08-189F-4319-A50F-D46F1B078331}" destId="{8900E059-6838-495E-BF3C-7782EAFD9B5A}" srcOrd="2" destOrd="0" presId="urn:microsoft.com/office/officeart/2018/2/layout/IconVerticalSolidList"/>
    <dgm:cxn modelId="{94A53DCF-7CCA-4945-9A4C-D2CBCF12F5E9}" type="presParOf" srcId="{956C0C08-189F-4319-A50F-D46F1B078331}" destId="{78E1B176-7438-4EE5-B003-0BC23E92E2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23B83C-3776-4190-9C29-6B8EBFEF12B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06CA45-4B9A-432B-94C5-1BB782F392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Airline Ticket Purchase System makes online flight booking simpler</a:t>
          </a:r>
        </a:p>
      </dgm:t>
    </dgm:pt>
    <dgm:pt modelId="{A663CB3D-F09A-4A38-9AE1-90C999B9C08A}" type="parTrans" cxnId="{F6CCE907-719D-44CE-B9FA-AF635E92FE5F}">
      <dgm:prSet/>
      <dgm:spPr/>
      <dgm:t>
        <a:bodyPr/>
        <a:lstStyle/>
        <a:p>
          <a:endParaRPr lang="en-US"/>
        </a:p>
      </dgm:t>
    </dgm:pt>
    <dgm:pt modelId="{50902741-94D6-4FE1-BB12-10B063AC44A5}" type="sibTrans" cxnId="{F6CCE907-719D-44CE-B9FA-AF635E92FE5F}">
      <dgm:prSet/>
      <dgm:spPr/>
      <dgm:t>
        <a:bodyPr/>
        <a:lstStyle/>
        <a:p>
          <a:endParaRPr lang="en-US"/>
        </a:p>
      </dgm:t>
    </dgm:pt>
    <dgm:pt modelId="{EA975FA4-B966-44CD-8D57-D6050D8C3C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by combining search, comparison, seat selection, and payment in one platform.</a:t>
          </a:r>
        </a:p>
      </dgm:t>
    </dgm:pt>
    <dgm:pt modelId="{7E69248C-9146-45EA-9240-723838AC2DF7}" type="parTrans" cxnId="{ECAFFC94-7053-4109-82AF-9529793248D0}">
      <dgm:prSet/>
      <dgm:spPr/>
      <dgm:t>
        <a:bodyPr/>
        <a:lstStyle/>
        <a:p>
          <a:endParaRPr lang="en-US"/>
        </a:p>
      </dgm:t>
    </dgm:pt>
    <dgm:pt modelId="{1736EFE6-DC7A-46DE-8BB4-18AB80A353E7}" type="sibTrans" cxnId="{ECAFFC94-7053-4109-82AF-9529793248D0}">
      <dgm:prSet/>
      <dgm:spPr/>
      <dgm:t>
        <a:bodyPr/>
        <a:lstStyle/>
        <a:p>
          <a:endParaRPr lang="en-US"/>
        </a:p>
      </dgm:t>
    </dgm:pt>
    <dgm:pt modelId="{4C8F17F4-2EEE-4274-BFF9-68E9A75B4CF9}" type="pres">
      <dgm:prSet presAssocID="{8E23B83C-3776-4190-9C29-6B8EBFEF12BE}" presName="root" presStyleCnt="0">
        <dgm:presLayoutVars>
          <dgm:dir/>
          <dgm:resizeHandles val="exact"/>
        </dgm:presLayoutVars>
      </dgm:prSet>
      <dgm:spPr/>
    </dgm:pt>
    <dgm:pt modelId="{CC87FC8F-256A-4067-9A96-A69831909AC0}" type="pres">
      <dgm:prSet presAssocID="{7F06CA45-4B9A-432B-94C5-1BB782F3928B}" presName="compNode" presStyleCnt="0"/>
      <dgm:spPr/>
    </dgm:pt>
    <dgm:pt modelId="{227683E1-8FE5-4500-AEBC-B582850C28A6}" type="pres">
      <dgm:prSet presAssocID="{7F06CA45-4B9A-432B-94C5-1BB782F3928B}" presName="iconBgRect" presStyleLbl="bgShp" presStyleIdx="0" presStyleCnt="2"/>
      <dgm:spPr/>
    </dgm:pt>
    <dgm:pt modelId="{F4CFCAD5-A894-45D0-A78C-CB7FDCA128A7}" type="pres">
      <dgm:prSet presAssocID="{7F06CA45-4B9A-432B-94C5-1BB782F392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AE071479-E699-4361-9323-01106CBF16D0}" type="pres">
      <dgm:prSet presAssocID="{7F06CA45-4B9A-432B-94C5-1BB782F3928B}" presName="spaceRect" presStyleCnt="0"/>
      <dgm:spPr/>
    </dgm:pt>
    <dgm:pt modelId="{AFDAF431-EE29-4D86-82A9-3149A0FFB9D4}" type="pres">
      <dgm:prSet presAssocID="{7F06CA45-4B9A-432B-94C5-1BB782F3928B}" presName="textRect" presStyleLbl="revTx" presStyleIdx="0" presStyleCnt="2">
        <dgm:presLayoutVars>
          <dgm:chMax val="1"/>
          <dgm:chPref val="1"/>
        </dgm:presLayoutVars>
      </dgm:prSet>
      <dgm:spPr/>
    </dgm:pt>
    <dgm:pt modelId="{C681DC95-234B-4038-8062-37EA9A5C2024}" type="pres">
      <dgm:prSet presAssocID="{50902741-94D6-4FE1-BB12-10B063AC44A5}" presName="sibTrans" presStyleCnt="0"/>
      <dgm:spPr/>
    </dgm:pt>
    <dgm:pt modelId="{F81727BE-DDD5-4F47-97B6-21EF92061B7B}" type="pres">
      <dgm:prSet presAssocID="{EA975FA4-B966-44CD-8D57-D6050D8C3C66}" presName="compNode" presStyleCnt="0"/>
      <dgm:spPr/>
    </dgm:pt>
    <dgm:pt modelId="{02AB6C07-F515-4DB2-B837-523311A6EF17}" type="pres">
      <dgm:prSet presAssocID="{EA975FA4-B966-44CD-8D57-D6050D8C3C66}" presName="iconBgRect" presStyleLbl="bgShp" presStyleIdx="1" presStyleCnt="2"/>
      <dgm:spPr/>
    </dgm:pt>
    <dgm:pt modelId="{DA9E6A88-040F-4FDA-A5F0-632240BD307E}" type="pres">
      <dgm:prSet presAssocID="{EA975FA4-B966-44CD-8D57-D6050D8C3C6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2459F42-4951-4D46-B595-C9422F933B73}" type="pres">
      <dgm:prSet presAssocID="{EA975FA4-B966-44CD-8D57-D6050D8C3C66}" presName="spaceRect" presStyleCnt="0"/>
      <dgm:spPr/>
    </dgm:pt>
    <dgm:pt modelId="{55A89061-772F-4035-8D5A-38004E383118}" type="pres">
      <dgm:prSet presAssocID="{EA975FA4-B966-44CD-8D57-D6050D8C3C6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7E06C02-001C-48D1-AB6F-C1B5E3CBF2EA}" type="presOf" srcId="{8E23B83C-3776-4190-9C29-6B8EBFEF12BE}" destId="{4C8F17F4-2EEE-4274-BFF9-68E9A75B4CF9}" srcOrd="0" destOrd="0" presId="urn:microsoft.com/office/officeart/2018/5/layout/IconCircleLabelList"/>
    <dgm:cxn modelId="{F6CCE907-719D-44CE-B9FA-AF635E92FE5F}" srcId="{8E23B83C-3776-4190-9C29-6B8EBFEF12BE}" destId="{7F06CA45-4B9A-432B-94C5-1BB782F3928B}" srcOrd="0" destOrd="0" parTransId="{A663CB3D-F09A-4A38-9AE1-90C999B9C08A}" sibTransId="{50902741-94D6-4FE1-BB12-10B063AC44A5}"/>
    <dgm:cxn modelId="{ECAFFC94-7053-4109-82AF-9529793248D0}" srcId="{8E23B83C-3776-4190-9C29-6B8EBFEF12BE}" destId="{EA975FA4-B966-44CD-8D57-D6050D8C3C66}" srcOrd="1" destOrd="0" parTransId="{7E69248C-9146-45EA-9240-723838AC2DF7}" sibTransId="{1736EFE6-DC7A-46DE-8BB4-18AB80A353E7}"/>
    <dgm:cxn modelId="{74A9C89C-4FFB-43E2-8F84-842D9DEC50EA}" type="presOf" srcId="{EA975FA4-B966-44CD-8D57-D6050D8C3C66}" destId="{55A89061-772F-4035-8D5A-38004E383118}" srcOrd="0" destOrd="0" presId="urn:microsoft.com/office/officeart/2018/5/layout/IconCircleLabelList"/>
    <dgm:cxn modelId="{3FB332C5-2391-4DCA-8B37-D9BC92575C4E}" type="presOf" srcId="{7F06CA45-4B9A-432B-94C5-1BB782F3928B}" destId="{AFDAF431-EE29-4D86-82A9-3149A0FFB9D4}" srcOrd="0" destOrd="0" presId="urn:microsoft.com/office/officeart/2018/5/layout/IconCircleLabelList"/>
    <dgm:cxn modelId="{45784ABB-43D1-4700-8BD6-A563C5B3D741}" type="presParOf" srcId="{4C8F17F4-2EEE-4274-BFF9-68E9A75B4CF9}" destId="{CC87FC8F-256A-4067-9A96-A69831909AC0}" srcOrd="0" destOrd="0" presId="urn:microsoft.com/office/officeart/2018/5/layout/IconCircleLabelList"/>
    <dgm:cxn modelId="{C58F8BCB-9ADD-4001-8329-CB53B01D30D4}" type="presParOf" srcId="{CC87FC8F-256A-4067-9A96-A69831909AC0}" destId="{227683E1-8FE5-4500-AEBC-B582850C28A6}" srcOrd="0" destOrd="0" presId="urn:microsoft.com/office/officeart/2018/5/layout/IconCircleLabelList"/>
    <dgm:cxn modelId="{C41CAD36-A915-4D85-8E76-3007112F3096}" type="presParOf" srcId="{CC87FC8F-256A-4067-9A96-A69831909AC0}" destId="{F4CFCAD5-A894-45D0-A78C-CB7FDCA128A7}" srcOrd="1" destOrd="0" presId="urn:microsoft.com/office/officeart/2018/5/layout/IconCircleLabelList"/>
    <dgm:cxn modelId="{D4FB63AD-5EDA-4F5C-A783-D747CF26B3D0}" type="presParOf" srcId="{CC87FC8F-256A-4067-9A96-A69831909AC0}" destId="{AE071479-E699-4361-9323-01106CBF16D0}" srcOrd="2" destOrd="0" presId="urn:microsoft.com/office/officeart/2018/5/layout/IconCircleLabelList"/>
    <dgm:cxn modelId="{1ED68FE4-E27E-42F3-8CEF-2AB76FC3A334}" type="presParOf" srcId="{CC87FC8F-256A-4067-9A96-A69831909AC0}" destId="{AFDAF431-EE29-4D86-82A9-3149A0FFB9D4}" srcOrd="3" destOrd="0" presId="urn:microsoft.com/office/officeart/2018/5/layout/IconCircleLabelList"/>
    <dgm:cxn modelId="{BB61C6C1-18BE-4CD4-A52A-97CF064FF863}" type="presParOf" srcId="{4C8F17F4-2EEE-4274-BFF9-68E9A75B4CF9}" destId="{C681DC95-234B-4038-8062-37EA9A5C2024}" srcOrd="1" destOrd="0" presId="urn:microsoft.com/office/officeart/2018/5/layout/IconCircleLabelList"/>
    <dgm:cxn modelId="{D1B87B2D-EC52-4E39-BEF2-6305DC49E94B}" type="presParOf" srcId="{4C8F17F4-2EEE-4274-BFF9-68E9A75B4CF9}" destId="{F81727BE-DDD5-4F47-97B6-21EF92061B7B}" srcOrd="2" destOrd="0" presId="urn:microsoft.com/office/officeart/2018/5/layout/IconCircleLabelList"/>
    <dgm:cxn modelId="{269BCBF6-3F9D-4FF4-95CF-E3087A2CAA8A}" type="presParOf" srcId="{F81727BE-DDD5-4F47-97B6-21EF92061B7B}" destId="{02AB6C07-F515-4DB2-B837-523311A6EF17}" srcOrd="0" destOrd="0" presId="urn:microsoft.com/office/officeart/2018/5/layout/IconCircleLabelList"/>
    <dgm:cxn modelId="{7110B668-581D-4ADA-996F-B5DBB619FD13}" type="presParOf" srcId="{F81727BE-DDD5-4F47-97B6-21EF92061B7B}" destId="{DA9E6A88-040F-4FDA-A5F0-632240BD307E}" srcOrd="1" destOrd="0" presId="urn:microsoft.com/office/officeart/2018/5/layout/IconCircleLabelList"/>
    <dgm:cxn modelId="{E221E11A-18F1-4BB3-B10B-E3D0EA3A5A9D}" type="presParOf" srcId="{F81727BE-DDD5-4F47-97B6-21EF92061B7B}" destId="{C2459F42-4951-4D46-B595-C9422F933B73}" srcOrd="2" destOrd="0" presId="urn:microsoft.com/office/officeart/2018/5/layout/IconCircleLabelList"/>
    <dgm:cxn modelId="{9F280E0A-7F44-497E-BC46-F749AB55F6A4}" type="presParOf" srcId="{F81727BE-DDD5-4F47-97B6-21EF92061B7B}" destId="{55A89061-772F-4035-8D5A-38004E3831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1AD0A-3CB1-4D56-91A1-9B3C69C4FB5F}">
      <dsp:nvSpPr>
        <dsp:cNvPr id="0" name=""/>
        <dsp:cNvSpPr/>
      </dsp:nvSpPr>
      <dsp:spPr>
        <a:xfrm>
          <a:off x="4458144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 search by city, date, and passengers</a:t>
          </a:r>
        </a:p>
      </dsp:txBody>
      <dsp:txXfrm>
        <a:off x="4458144" y="32156"/>
        <a:ext cx="1076334" cy="1076334"/>
      </dsp:txXfrm>
    </dsp:sp>
    <dsp:sp modelId="{557E8025-81D2-4C64-BC2A-2A6F08DCDF17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21293789"/>
            <a:gd name="adj4" fmla="val 19765760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1301DC8-EE9E-4BCD-B12A-53AA46544E7A}">
      <dsp:nvSpPr>
        <dsp:cNvPr id="0" name=""/>
        <dsp:cNvSpPr/>
      </dsp:nvSpPr>
      <dsp:spPr>
        <a:xfrm>
          <a:off x="5108910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View and compare flights</a:t>
          </a:r>
        </a:p>
      </dsp:txBody>
      <dsp:txXfrm>
        <a:off x="5108910" y="2035008"/>
        <a:ext cx="1076334" cy="1076334"/>
      </dsp:txXfrm>
    </dsp:sp>
    <dsp:sp modelId="{E018C3D9-4ADD-42CF-B3C9-3547DF43B0D9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4015265"/>
            <a:gd name="adj4" fmla="val 2252912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EB22160-7430-4D4E-A12E-A892563C6A9B}">
      <dsp:nvSpPr>
        <dsp:cNvPr id="0" name=""/>
        <dsp:cNvSpPr/>
      </dsp:nvSpPr>
      <dsp:spPr>
        <a:xfrm>
          <a:off x="3405182" y="327283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Seat selection</a:t>
          </a:r>
        </a:p>
      </dsp:txBody>
      <dsp:txXfrm>
        <a:off x="3405182" y="3272838"/>
        <a:ext cx="1076334" cy="1076334"/>
      </dsp:txXfrm>
    </dsp:sp>
    <dsp:sp modelId="{34CF85EE-F2C5-40CB-954B-AD0CEF07EABD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8211309"/>
            <a:gd name="adj4" fmla="val 6448956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3742B9-EAB8-44F0-953A-EFD88E4AE43B}">
      <dsp:nvSpPr>
        <dsp:cNvPr id="0" name=""/>
        <dsp:cNvSpPr/>
      </dsp:nvSpPr>
      <dsp:spPr>
        <a:xfrm>
          <a:off x="1701455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Secure checkout and payment</a:t>
          </a:r>
        </a:p>
      </dsp:txBody>
      <dsp:txXfrm>
        <a:off x="1701455" y="2035008"/>
        <a:ext cx="1076334" cy="1076334"/>
      </dsp:txXfrm>
    </dsp:sp>
    <dsp:sp modelId="{4A386AF5-85C0-4D35-8281-F6721F3C2E34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2298462"/>
            <a:gd name="adj4" fmla="val 10770432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1FA6BF3-4556-4925-A327-0CD386893376}">
      <dsp:nvSpPr>
        <dsp:cNvPr id="0" name=""/>
        <dsp:cNvSpPr/>
      </dsp:nvSpPr>
      <dsp:spPr>
        <a:xfrm>
          <a:off x="2352221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Booking confirmation and ticket management</a:t>
          </a:r>
        </a:p>
      </dsp:txBody>
      <dsp:txXfrm>
        <a:off x="2352221" y="32156"/>
        <a:ext cx="1076334" cy="1076334"/>
      </dsp:txXfrm>
    </dsp:sp>
    <dsp:sp modelId="{5833F7EF-8878-4B50-9715-85D39C18A8F1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6866252"/>
            <a:gd name="adj4" fmla="val 15197969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2F797-1921-4CBC-A3F7-A58A859B387B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95F2F-489D-48FD-B24D-11C8CB769614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61344-D905-4E98-A04C-73C87B2F6C58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Frontend: HTML, CSS, JavaScript</a:t>
          </a:r>
        </a:p>
      </dsp:txBody>
      <dsp:txXfrm>
        <a:off x="1366323" y="800136"/>
        <a:ext cx="2370505" cy="1005669"/>
      </dsp:txXfrm>
    </dsp:sp>
    <dsp:sp modelId="{3C5A10F3-DE25-4A18-A01A-27F9073BA602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EBDAB-E1C5-4773-ABE8-7132AD85D088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893A3-0A20-4717-80A8-AF581620661A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Backend: Java / Spring Boot</a:t>
          </a:r>
        </a:p>
      </dsp:txBody>
      <dsp:txXfrm>
        <a:off x="5371040" y="800136"/>
        <a:ext cx="2370505" cy="1005669"/>
      </dsp:txXfrm>
    </dsp:sp>
    <dsp:sp modelId="{F16FB3A7-9FE7-4C99-A546-E2687358BD4C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D67FA-C7E5-4E4F-900F-3E8933B3C8EE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6588E-6F56-4275-9E1E-1E3BBEEC0177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Database: Stores users, flights, and bookings</a:t>
          </a:r>
        </a:p>
      </dsp:txBody>
      <dsp:txXfrm>
        <a:off x="1366323" y="2545532"/>
        <a:ext cx="2370505" cy="1005669"/>
      </dsp:txXfrm>
    </dsp:sp>
    <dsp:sp modelId="{DD692132-74FA-4E81-9D6F-E33C12532D0E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BE8ED1-0048-47F8-8A91-6BA99AA3B7F5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8A3E6-31EA-49E5-BFC0-C5390368104C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Services: FlightSearchService, BookingService, PaymentService</a:t>
          </a:r>
        </a:p>
      </dsp:txBody>
      <dsp:txXfrm>
        <a:off x="5371040" y="2545532"/>
        <a:ext cx="2370505" cy="100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8D3D9-B43F-490B-8F57-6E7C3A700D40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120EB-3D2F-4976-B455-2E82B720E9BE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76B31-BA98-49BE-81F0-06B04A4C7112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Improve search accuracy</a:t>
          </a:r>
        </a:p>
      </dsp:txBody>
      <dsp:txXfrm>
        <a:off x="1339618" y="2288"/>
        <a:ext cx="3433549" cy="1159843"/>
      </dsp:txXfrm>
    </dsp:sp>
    <dsp:sp modelId="{AA654343-AC34-4F49-9CDC-0C6CA5AD4BFE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D7FD4-54C4-478A-A344-B9A3E870303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5988C-C623-4432-A957-BEC04E21B6F9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 notifications</a:t>
          </a:r>
        </a:p>
      </dsp:txBody>
      <dsp:txXfrm>
        <a:off x="1339618" y="1452092"/>
        <a:ext cx="3433549" cy="1159843"/>
      </dsp:txXfrm>
    </dsp:sp>
    <dsp:sp modelId="{87B6CE2E-867C-46FD-9904-F1799844B78D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E83B1-D695-4E07-86E3-19AFC0B56D3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3C1FB-DDA5-490B-B705-C224F3731777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Perform more testing</a:t>
          </a:r>
        </a:p>
      </dsp:txBody>
      <dsp:txXfrm>
        <a:off x="1339618" y="2901896"/>
        <a:ext cx="3433549" cy="1159843"/>
      </dsp:txXfrm>
    </dsp:sp>
    <dsp:sp modelId="{374BA5ED-B877-49D4-B39C-33402FAC2F02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4D6EE-1A57-4BAB-BB9D-879695EAE66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1B176-7438-4EE5-B003-0BC23E92E2B3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Improve system reliability</a:t>
          </a:r>
        </a:p>
      </dsp:txBody>
      <dsp:txXfrm>
        <a:off x="1339618" y="4351700"/>
        <a:ext cx="3433549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683E1-8FE5-4500-AEBC-B582850C28A6}">
      <dsp:nvSpPr>
        <dsp:cNvPr id="0" name=""/>
        <dsp:cNvSpPr/>
      </dsp:nvSpPr>
      <dsp:spPr>
        <a:xfrm>
          <a:off x="901799" y="462981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FCAD5-A894-45D0-A78C-CB7FDCA128A7}">
      <dsp:nvSpPr>
        <dsp:cNvPr id="0" name=""/>
        <dsp:cNvSpPr/>
      </dsp:nvSpPr>
      <dsp:spPr>
        <a:xfrm>
          <a:off x="1369799" y="93098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AF431-EE29-4D86-82A9-3149A0FFB9D4}">
      <dsp:nvSpPr>
        <dsp:cNvPr id="0" name=""/>
        <dsp:cNvSpPr/>
      </dsp:nvSpPr>
      <dsp:spPr>
        <a:xfrm>
          <a:off x="199799" y="334298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The Airline Ticket Purchase System makes online flight booking simpler</a:t>
          </a:r>
        </a:p>
      </dsp:txBody>
      <dsp:txXfrm>
        <a:off x="199799" y="3342981"/>
        <a:ext cx="3600000" cy="720000"/>
      </dsp:txXfrm>
    </dsp:sp>
    <dsp:sp modelId="{02AB6C07-F515-4DB2-B837-523311A6EF17}">
      <dsp:nvSpPr>
        <dsp:cNvPr id="0" name=""/>
        <dsp:cNvSpPr/>
      </dsp:nvSpPr>
      <dsp:spPr>
        <a:xfrm>
          <a:off x="5131800" y="462981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E6A88-040F-4FDA-A5F0-632240BD307E}">
      <dsp:nvSpPr>
        <dsp:cNvPr id="0" name=""/>
        <dsp:cNvSpPr/>
      </dsp:nvSpPr>
      <dsp:spPr>
        <a:xfrm>
          <a:off x="5599800" y="93098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89061-772F-4035-8D5A-38004E383118}">
      <dsp:nvSpPr>
        <dsp:cNvPr id="0" name=""/>
        <dsp:cNvSpPr/>
      </dsp:nvSpPr>
      <dsp:spPr>
        <a:xfrm>
          <a:off x="4429800" y="334298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by combining search, comparison, seat selection, and payment in one platform.</a:t>
          </a:r>
        </a:p>
      </dsp:txBody>
      <dsp:txXfrm>
        <a:off x="4429800" y="3342981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000000"/>
                </a:solidFill>
              </a:rPr>
              <a:t>Airline Ticket Purchase System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Airplane">
            <a:extLst>
              <a:ext uri="{FF2B5EF4-FFF2-40B4-BE49-F238E27FC236}">
                <a16:creationId xmlns:a16="http://schemas.microsoft.com/office/drawing/2014/main" id="{9E11B163-7F02-3D96-59FB-198D9F214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4359964"/>
            <a:ext cx="4003614" cy="95789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Bryit Sumner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INFO C450 – System Design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Indiana University Indianapolis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Project Overview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Pilot">
            <a:extLst>
              <a:ext uri="{FF2B5EF4-FFF2-40B4-BE49-F238E27FC236}">
                <a16:creationId xmlns:a16="http://schemas.microsoft.com/office/drawing/2014/main" id="{55849547-F2C9-0592-4A6B-C11F16452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Problem: Buying airline tickets online can be confusing and time‑consuming.</a:t>
            </a:r>
          </a:p>
          <a:p>
            <a:r>
              <a:rPr lang="en-US" sz="1500">
                <a:solidFill>
                  <a:srgbClr val="000000"/>
                </a:solidFill>
              </a:rPr>
              <a:t>Users often compare multiple airline websites.</a:t>
            </a:r>
          </a:p>
          <a:p>
            <a:r>
              <a:rPr lang="en-US" sz="1500">
                <a:solidFill>
                  <a:srgbClr val="000000"/>
                </a:solidFill>
              </a:rPr>
              <a:t>Goal: Create one system to search, compare, and book flights.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Simplify the airline ticket booking process</a:t>
            </a:r>
          </a:p>
          <a:p>
            <a:r>
              <a:rPr lang="en-US" sz="1700" dirty="0"/>
              <a:t>Allow easy flight search and comparison</a:t>
            </a:r>
          </a:p>
          <a:p>
            <a:r>
              <a:rPr lang="en-US" sz="1700" dirty="0"/>
              <a:t>Enable seat selection and online payment</a:t>
            </a:r>
          </a:p>
          <a:p>
            <a:r>
              <a:rPr lang="en-US" sz="1700" dirty="0"/>
              <a:t>Store booking information for later use</a:t>
            </a: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59BD221D-C555-D4B7-A329-74C195F19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42" r="27040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2B1738-0805-D86E-4E3F-E8F0BFC1155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2" r="1087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6CDBF8-D094-1A81-4AFF-6F5230381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15833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C06855-B75D-75C0-3B99-44EF822707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4266CE-F21D-BD57-0733-936886D10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08058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User Interface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62A883BF-9286-96C8-542C-DE2B08862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	Main pages include:</a:t>
            </a:r>
          </a:p>
          <a:p>
            <a:r>
              <a:rPr lang="en-US" sz="1500" dirty="0">
                <a:solidFill>
                  <a:srgbClr val="000000"/>
                </a:solidFill>
              </a:rPr>
              <a:t>Flight Search Page</a:t>
            </a:r>
          </a:p>
          <a:p>
            <a:r>
              <a:rPr lang="en-US" sz="1500" dirty="0">
                <a:solidFill>
                  <a:srgbClr val="000000"/>
                </a:solidFill>
              </a:rPr>
              <a:t>Search Results Page</a:t>
            </a:r>
          </a:p>
          <a:p>
            <a:r>
              <a:rPr lang="en-US" sz="1500" dirty="0">
                <a:solidFill>
                  <a:srgbClr val="000000"/>
                </a:solidFill>
              </a:rPr>
              <a:t> Seat Selection Page</a:t>
            </a:r>
          </a:p>
          <a:p>
            <a:r>
              <a:rPr lang="en-US" sz="1500" dirty="0">
                <a:solidFill>
                  <a:srgbClr val="000000"/>
                </a:solidFill>
              </a:rPr>
              <a:t>Checkout Page</a:t>
            </a:r>
          </a:p>
          <a:p>
            <a:r>
              <a:rPr lang="en-US" sz="1500" dirty="0">
                <a:solidFill>
                  <a:srgbClr val="000000"/>
                </a:solidFill>
              </a:rPr>
              <a:t>My Trips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User Scenario</a:t>
            </a:r>
          </a:p>
        </p:txBody>
      </p:sp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52D1B87F-E58F-2F11-E413-8A587EA2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7" r="30973" b="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1. User searches flights</a:t>
            </a:r>
          </a:p>
          <a:p>
            <a:pPr marL="0" indent="0">
              <a:buNone/>
            </a:pPr>
            <a:r>
              <a:rPr lang="en-US" sz="1700" dirty="0"/>
              <a:t>2. System shows results</a:t>
            </a:r>
          </a:p>
          <a:p>
            <a:pPr marL="0" indent="0">
              <a:buNone/>
            </a:pPr>
            <a:r>
              <a:rPr lang="en-US" sz="1700" dirty="0"/>
              <a:t>3. User selects a flight</a:t>
            </a:r>
          </a:p>
          <a:p>
            <a:pPr marL="0" indent="0">
              <a:buNone/>
            </a:pPr>
            <a:r>
              <a:rPr lang="en-US" sz="1700" dirty="0"/>
              <a:t>4. User selects seat</a:t>
            </a:r>
          </a:p>
          <a:p>
            <a:pPr marL="0" indent="0">
              <a:buNone/>
            </a:pPr>
            <a:r>
              <a:rPr lang="en-US" sz="1700" dirty="0"/>
              <a:t>5. User enters passenger info</a:t>
            </a:r>
          </a:p>
          <a:p>
            <a:pPr marL="0" indent="0">
              <a:buNone/>
            </a:pPr>
            <a:r>
              <a:rPr lang="en-US" sz="1700" dirty="0"/>
              <a:t>6. User completes payment</a:t>
            </a:r>
          </a:p>
          <a:p>
            <a:pPr marL="0" indent="0">
              <a:buNone/>
            </a:pPr>
            <a:r>
              <a:rPr lang="en-US" sz="1700" dirty="0"/>
              <a:t>7. System confirms booking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Future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E1ECB7-0D6F-7692-8D9A-0E253327F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31554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3F4E42-7676-5FFE-156C-9CC2227E9E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234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Airline Ticket Purchase System</vt:lpstr>
      <vt:lpstr>Project Overview</vt:lpstr>
      <vt:lpstr>System Objectives</vt:lpstr>
      <vt:lpstr>Key Features</vt:lpstr>
      <vt:lpstr>System Architecture</vt:lpstr>
      <vt:lpstr>User Interface</vt:lpstr>
      <vt:lpstr>User Scenario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Bryit Sumner</dc:creator>
  <cp:keywords/>
  <dc:description>generated using python-pptx</dc:description>
  <cp:lastModifiedBy>Bryit Sumner</cp:lastModifiedBy>
  <cp:revision>2</cp:revision>
  <dcterms:created xsi:type="dcterms:W3CDTF">2013-01-27T09:14:16Z</dcterms:created>
  <dcterms:modified xsi:type="dcterms:W3CDTF">2026-03-10T02:18:20Z</dcterms:modified>
  <cp:category/>
</cp:coreProperties>
</file>